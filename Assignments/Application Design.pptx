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3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84" r:id="rId6"/>
    <p:sldId id="285" r:id="rId7"/>
    <p:sldId id="286" r:id="rId8"/>
    <p:sldId id="268" r:id="rId9"/>
    <p:sldId id="271" r:id="rId10"/>
    <p:sldId id="278" r:id="rId11"/>
    <p:sldId id="276" r:id="rId12"/>
    <p:sldId id="26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81" r:id="rId22"/>
    <p:sldId id="282" r:id="rId23"/>
    <p:sldId id="28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1758" autoAdjust="0"/>
  </p:normalViewPr>
  <p:slideViewPr>
    <p:cSldViewPr snapToGrid="0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D25E0C-ADF4-40BB-8FC6-3B0811E7C21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C66CEA3-7EB5-46E8-A019-3198957E49D4}">
      <dgm:prSet/>
      <dgm:spPr/>
      <dgm:t>
        <a:bodyPr/>
        <a:lstStyle/>
        <a:p>
          <a:r>
            <a:rPr lang="en-US" b="1"/>
            <a:t>Large readable fonts</a:t>
          </a:r>
          <a:endParaRPr lang="en-US"/>
        </a:p>
      </dgm:t>
    </dgm:pt>
    <dgm:pt modelId="{19D9C74C-8503-43BB-84D1-2AA6FAF72FBD}" type="parTrans" cxnId="{4B266BBF-FACD-40D2-A82F-5473160091C2}">
      <dgm:prSet/>
      <dgm:spPr/>
      <dgm:t>
        <a:bodyPr/>
        <a:lstStyle/>
        <a:p>
          <a:endParaRPr lang="en-US"/>
        </a:p>
      </dgm:t>
    </dgm:pt>
    <dgm:pt modelId="{379C4B65-8403-44F7-9530-E2E2419F00A8}" type="sibTrans" cxnId="{4B266BBF-FACD-40D2-A82F-5473160091C2}">
      <dgm:prSet/>
      <dgm:spPr/>
      <dgm:t>
        <a:bodyPr/>
        <a:lstStyle/>
        <a:p>
          <a:endParaRPr lang="en-US"/>
        </a:p>
      </dgm:t>
    </dgm:pt>
    <dgm:pt modelId="{DA4C87E2-F4C4-4E93-B0CE-A46609EDFF13}">
      <dgm:prSet/>
      <dgm:spPr/>
      <dgm:t>
        <a:bodyPr/>
        <a:lstStyle/>
        <a:p>
          <a:r>
            <a:rPr lang="en-US" b="1"/>
            <a:t>High contrast color mode</a:t>
          </a:r>
          <a:endParaRPr lang="en-US"/>
        </a:p>
      </dgm:t>
    </dgm:pt>
    <dgm:pt modelId="{25F5282D-3317-4ACC-95CA-232D622C252D}" type="parTrans" cxnId="{AC890A67-1D68-40BA-8358-233509CEF9DD}">
      <dgm:prSet/>
      <dgm:spPr/>
      <dgm:t>
        <a:bodyPr/>
        <a:lstStyle/>
        <a:p>
          <a:endParaRPr lang="en-US"/>
        </a:p>
      </dgm:t>
    </dgm:pt>
    <dgm:pt modelId="{23E3FCE1-8703-4E76-9B76-06F1CA3548B7}" type="sibTrans" cxnId="{AC890A67-1D68-40BA-8358-233509CEF9DD}">
      <dgm:prSet/>
      <dgm:spPr/>
      <dgm:t>
        <a:bodyPr/>
        <a:lstStyle/>
        <a:p>
          <a:endParaRPr lang="en-US"/>
        </a:p>
      </dgm:t>
    </dgm:pt>
    <dgm:pt modelId="{98A41163-EFFD-480D-AC85-38CDAB6BB869}">
      <dgm:prSet/>
      <dgm:spPr/>
      <dgm:t>
        <a:bodyPr/>
        <a:lstStyle/>
        <a:p>
          <a:r>
            <a:rPr lang="en-US" b="1"/>
            <a:t>Dark mode option</a:t>
          </a:r>
          <a:endParaRPr lang="en-US"/>
        </a:p>
      </dgm:t>
    </dgm:pt>
    <dgm:pt modelId="{65E6CCEF-D5B5-4021-A2DC-051809DC7B2F}" type="parTrans" cxnId="{DB496315-2986-497E-A18A-AD19D01B92EB}">
      <dgm:prSet/>
      <dgm:spPr/>
      <dgm:t>
        <a:bodyPr/>
        <a:lstStyle/>
        <a:p>
          <a:endParaRPr lang="en-US"/>
        </a:p>
      </dgm:t>
    </dgm:pt>
    <dgm:pt modelId="{52F57D70-34DE-45BA-B7E9-2E534EB4EF94}" type="sibTrans" cxnId="{DB496315-2986-497E-A18A-AD19D01B92EB}">
      <dgm:prSet/>
      <dgm:spPr/>
      <dgm:t>
        <a:bodyPr/>
        <a:lstStyle/>
        <a:p>
          <a:endParaRPr lang="en-US"/>
        </a:p>
      </dgm:t>
    </dgm:pt>
    <dgm:pt modelId="{B8C9E1A8-BCB2-4C1A-A87E-B3C06A3707AC}">
      <dgm:prSet/>
      <dgm:spPr/>
      <dgm:t>
        <a:bodyPr/>
        <a:lstStyle/>
        <a:p>
          <a:r>
            <a:rPr lang="en-US" b="1"/>
            <a:t>Screen reader support</a:t>
          </a:r>
          <a:endParaRPr lang="en-US"/>
        </a:p>
      </dgm:t>
    </dgm:pt>
    <dgm:pt modelId="{B607F7E3-CA5A-462D-A44A-B5755748C6B8}" type="parTrans" cxnId="{A39BCD81-62DF-4425-B703-A7D2E79BC896}">
      <dgm:prSet/>
      <dgm:spPr/>
      <dgm:t>
        <a:bodyPr/>
        <a:lstStyle/>
        <a:p>
          <a:endParaRPr lang="en-US"/>
        </a:p>
      </dgm:t>
    </dgm:pt>
    <dgm:pt modelId="{7704D9ED-6B0C-43C7-80F0-1A4A27DB5BC1}" type="sibTrans" cxnId="{A39BCD81-62DF-4425-B703-A7D2E79BC896}">
      <dgm:prSet/>
      <dgm:spPr/>
      <dgm:t>
        <a:bodyPr/>
        <a:lstStyle/>
        <a:p>
          <a:endParaRPr lang="en-US"/>
        </a:p>
      </dgm:t>
    </dgm:pt>
    <dgm:pt modelId="{930017B1-D2BE-496F-8838-8BE178B410F8}">
      <dgm:prSet/>
      <dgm:spPr/>
      <dgm:t>
        <a:bodyPr/>
        <a:lstStyle/>
        <a:p>
          <a:r>
            <a:rPr lang="en-US" b="1"/>
            <a:t>Simple navigation layout</a:t>
          </a:r>
          <a:endParaRPr lang="en-US"/>
        </a:p>
      </dgm:t>
    </dgm:pt>
    <dgm:pt modelId="{B2EB9461-6BBC-43BA-B151-F7D17FA19B65}" type="parTrans" cxnId="{8904CA18-672A-4A00-A10C-377B54A752CB}">
      <dgm:prSet/>
      <dgm:spPr/>
      <dgm:t>
        <a:bodyPr/>
        <a:lstStyle/>
        <a:p>
          <a:endParaRPr lang="en-US"/>
        </a:p>
      </dgm:t>
    </dgm:pt>
    <dgm:pt modelId="{25EDEB62-72F2-4F98-9372-9BA4AEDDF16A}" type="sibTrans" cxnId="{8904CA18-672A-4A00-A10C-377B54A752CB}">
      <dgm:prSet/>
      <dgm:spPr/>
      <dgm:t>
        <a:bodyPr/>
        <a:lstStyle/>
        <a:p>
          <a:endParaRPr lang="en-US"/>
        </a:p>
      </dgm:t>
    </dgm:pt>
    <dgm:pt modelId="{B1DB1475-893E-4497-8BFB-8EAEC4697693}">
      <dgm:prSet/>
      <dgm:spPr/>
      <dgm:t>
        <a:bodyPr/>
        <a:lstStyle/>
        <a:p>
          <a:r>
            <a:rPr lang="en-US" b="1"/>
            <a:t>Clear button labels</a:t>
          </a:r>
          <a:endParaRPr lang="en-US"/>
        </a:p>
      </dgm:t>
    </dgm:pt>
    <dgm:pt modelId="{EC3DA870-7CFF-4B11-93C3-68206BD4260A}" type="parTrans" cxnId="{5D76EAF6-D7B7-45D5-9806-4EB967D6612B}">
      <dgm:prSet/>
      <dgm:spPr/>
      <dgm:t>
        <a:bodyPr/>
        <a:lstStyle/>
        <a:p>
          <a:endParaRPr lang="en-US"/>
        </a:p>
      </dgm:t>
    </dgm:pt>
    <dgm:pt modelId="{8B231A98-0E5E-41E3-9695-49BAA25771FD}" type="sibTrans" cxnId="{5D76EAF6-D7B7-45D5-9806-4EB967D6612B}">
      <dgm:prSet/>
      <dgm:spPr/>
      <dgm:t>
        <a:bodyPr/>
        <a:lstStyle/>
        <a:p>
          <a:endParaRPr lang="en-US"/>
        </a:p>
      </dgm:t>
    </dgm:pt>
    <dgm:pt modelId="{AB472253-CCA8-4C4B-8771-6A6BB4F0F70A}">
      <dgm:prSet/>
      <dgm:spPr/>
      <dgm:t>
        <a:bodyPr/>
        <a:lstStyle/>
        <a:p>
          <a:r>
            <a:rPr lang="en-US" b="1"/>
            <a:t>Alternative text for animations</a:t>
          </a:r>
          <a:endParaRPr lang="en-US"/>
        </a:p>
      </dgm:t>
    </dgm:pt>
    <dgm:pt modelId="{6D49D54C-7EA5-4DB6-998F-F4B25EAFBE38}" type="parTrans" cxnId="{BF6795ED-6D05-49D2-8F88-1D44D790C4B2}">
      <dgm:prSet/>
      <dgm:spPr/>
      <dgm:t>
        <a:bodyPr/>
        <a:lstStyle/>
        <a:p>
          <a:endParaRPr lang="en-US"/>
        </a:p>
      </dgm:t>
    </dgm:pt>
    <dgm:pt modelId="{FE295DCA-8F52-4E6B-8826-8EF2052D1B34}" type="sibTrans" cxnId="{BF6795ED-6D05-49D2-8F88-1D44D790C4B2}">
      <dgm:prSet/>
      <dgm:spPr/>
      <dgm:t>
        <a:bodyPr/>
        <a:lstStyle/>
        <a:p>
          <a:endParaRPr lang="en-US"/>
        </a:p>
      </dgm:t>
    </dgm:pt>
    <dgm:pt modelId="{38A110E4-DA91-4380-8D65-349AF08564D4}">
      <dgm:prSet/>
      <dgm:spPr/>
      <dgm:t>
        <a:bodyPr/>
        <a:lstStyle/>
        <a:p>
          <a:r>
            <a:rPr lang="en-US" b="1"/>
            <a:t>Adjustable notification settings</a:t>
          </a:r>
          <a:endParaRPr lang="en-US"/>
        </a:p>
      </dgm:t>
    </dgm:pt>
    <dgm:pt modelId="{280DF80F-9E2E-40B4-8A09-50777BA026D2}" type="parTrans" cxnId="{EE0EDD2F-00C9-43D3-8F0B-387508C5D7C8}">
      <dgm:prSet/>
      <dgm:spPr/>
      <dgm:t>
        <a:bodyPr/>
        <a:lstStyle/>
        <a:p>
          <a:endParaRPr lang="en-US"/>
        </a:p>
      </dgm:t>
    </dgm:pt>
    <dgm:pt modelId="{0C6216A8-16A1-4004-B07E-F7CB03B1B774}" type="sibTrans" cxnId="{EE0EDD2F-00C9-43D3-8F0B-387508C5D7C8}">
      <dgm:prSet/>
      <dgm:spPr/>
      <dgm:t>
        <a:bodyPr/>
        <a:lstStyle/>
        <a:p>
          <a:endParaRPr lang="en-US"/>
        </a:p>
      </dgm:t>
    </dgm:pt>
    <dgm:pt modelId="{8AEB7169-863F-4C18-BADC-1E9B9920119C}" type="pres">
      <dgm:prSet presAssocID="{1AD25E0C-ADF4-40BB-8FC6-3B0811E7C211}" presName="linear" presStyleCnt="0">
        <dgm:presLayoutVars>
          <dgm:animLvl val="lvl"/>
          <dgm:resizeHandles val="exact"/>
        </dgm:presLayoutVars>
      </dgm:prSet>
      <dgm:spPr/>
    </dgm:pt>
    <dgm:pt modelId="{1D37075E-F956-4A0E-A2FE-DA2D2C12D830}" type="pres">
      <dgm:prSet presAssocID="{6C66CEA3-7EB5-46E8-A019-3198957E49D4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0436879B-08D9-4222-BEC5-20B08EC90069}" type="pres">
      <dgm:prSet presAssocID="{379C4B65-8403-44F7-9530-E2E2419F00A8}" presName="spacer" presStyleCnt="0"/>
      <dgm:spPr/>
    </dgm:pt>
    <dgm:pt modelId="{4CEBAFAC-386D-4849-98A2-9C2A017378BB}" type="pres">
      <dgm:prSet presAssocID="{DA4C87E2-F4C4-4E93-B0CE-A46609EDFF13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D16E3270-E40A-465E-8997-4E69238F9CBE}" type="pres">
      <dgm:prSet presAssocID="{23E3FCE1-8703-4E76-9B76-06F1CA3548B7}" presName="spacer" presStyleCnt="0"/>
      <dgm:spPr/>
    </dgm:pt>
    <dgm:pt modelId="{819A3600-41D3-4BA3-ABEE-AFA53494439F}" type="pres">
      <dgm:prSet presAssocID="{98A41163-EFFD-480D-AC85-38CDAB6BB869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2E3F1363-6117-48AA-99BD-1C645333E3CA}" type="pres">
      <dgm:prSet presAssocID="{52F57D70-34DE-45BA-B7E9-2E534EB4EF94}" presName="spacer" presStyleCnt="0"/>
      <dgm:spPr/>
    </dgm:pt>
    <dgm:pt modelId="{193BB24E-CE13-455B-9A02-DCED71B98F21}" type="pres">
      <dgm:prSet presAssocID="{B8C9E1A8-BCB2-4C1A-A87E-B3C06A3707AC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652E4C75-C34D-4B39-9D5D-AE7B04BBFA8F}" type="pres">
      <dgm:prSet presAssocID="{7704D9ED-6B0C-43C7-80F0-1A4A27DB5BC1}" presName="spacer" presStyleCnt="0"/>
      <dgm:spPr/>
    </dgm:pt>
    <dgm:pt modelId="{55F4E0A4-80C0-434F-A4BC-1FAA1CC23158}" type="pres">
      <dgm:prSet presAssocID="{930017B1-D2BE-496F-8838-8BE178B410F8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AA5B63AF-18C7-4D80-9E68-0DF230A373C3}" type="pres">
      <dgm:prSet presAssocID="{25EDEB62-72F2-4F98-9372-9BA4AEDDF16A}" presName="spacer" presStyleCnt="0"/>
      <dgm:spPr/>
    </dgm:pt>
    <dgm:pt modelId="{F8C7C6B1-2251-4C4A-AE19-88A6FFAC1C66}" type="pres">
      <dgm:prSet presAssocID="{B1DB1475-893E-4497-8BFB-8EAEC4697693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7CC47DFF-581C-47A7-AAD9-4ED1346DFE63}" type="pres">
      <dgm:prSet presAssocID="{8B231A98-0E5E-41E3-9695-49BAA25771FD}" presName="spacer" presStyleCnt="0"/>
      <dgm:spPr/>
    </dgm:pt>
    <dgm:pt modelId="{479460F3-CCE0-42FD-A08B-656DCAE48F2C}" type="pres">
      <dgm:prSet presAssocID="{AB472253-CCA8-4C4B-8771-6A6BB4F0F70A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6BCB6D24-8914-40DB-9B19-41447E6D5C65}" type="pres">
      <dgm:prSet presAssocID="{FE295DCA-8F52-4E6B-8826-8EF2052D1B34}" presName="spacer" presStyleCnt="0"/>
      <dgm:spPr/>
    </dgm:pt>
    <dgm:pt modelId="{3C41E501-3941-4920-9056-DDE4A60BB707}" type="pres">
      <dgm:prSet presAssocID="{38A110E4-DA91-4380-8D65-349AF08564D4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DB496315-2986-497E-A18A-AD19D01B92EB}" srcId="{1AD25E0C-ADF4-40BB-8FC6-3B0811E7C211}" destId="{98A41163-EFFD-480D-AC85-38CDAB6BB869}" srcOrd="2" destOrd="0" parTransId="{65E6CCEF-D5B5-4021-A2DC-051809DC7B2F}" sibTransId="{52F57D70-34DE-45BA-B7E9-2E534EB4EF94}"/>
    <dgm:cxn modelId="{8904CA18-672A-4A00-A10C-377B54A752CB}" srcId="{1AD25E0C-ADF4-40BB-8FC6-3B0811E7C211}" destId="{930017B1-D2BE-496F-8838-8BE178B410F8}" srcOrd="4" destOrd="0" parTransId="{B2EB9461-6BBC-43BA-B151-F7D17FA19B65}" sibTransId="{25EDEB62-72F2-4F98-9372-9BA4AEDDF16A}"/>
    <dgm:cxn modelId="{EE0EDD2F-00C9-43D3-8F0B-387508C5D7C8}" srcId="{1AD25E0C-ADF4-40BB-8FC6-3B0811E7C211}" destId="{38A110E4-DA91-4380-8D65-349AF08564D4}" srcOrd="7" destOrd="0" parTransId="{280DF80F-9E2E-40B4-8A09-50777BA026D2}" sibTransId="{0C6216A8-16A1-4004-B07E-F7CB03B1B774}"/>
    <dgm:cxn modelId="{50084D30-BF3A-48BB-990C-02063ABC9527}" type="presOf" srcId="{1AD25E0C-ADF4-40BB-8FC6-3B0811E7C211}" destId="{8AEB7169-863F-4C18-BADC-1E9B9920119C}" srcOrd="0" destOrd="0" presId="urn:microsoft.com/office/officeart/2005/8/layout/vList2"/>
    <dgm:cxn modelId="{AC890A67-1D68-40BA-8358-233509CEF9DD}" srcId="{1AD25E0C-ADF4-40BB-8FC6-3B0811E7C211}" destId="{DA4C87E2-F4C4-4E93-B0CE-A46609EDFF13}" srcOrd="1" destOrd="0" parTransId="{25F5282D-3317-4ACC-95CA-232D622C252D}" sibTransId="{23E3FCE1-8703-4E76-9B76-06F1CA3548B7}"/>
    <dgm:cxn modelId="{8E8F9A50-DEBE-4D3A-B6F0-436F3852E69F}" type="presOf" srcId="{6C66CEA3-7EB5-46E8-A019-3198957E49D4}" destId="{1D37075E-F956-4A0E-A2FE-DA2D2C12D830}" srcOrd="0" destOrd="0" presId="urn:microsoft.com/office/officeart/2005/8/layout/vList2"/>
    <dgm:cxn modelId="{A39BCD81-62DF-4425-B703-A7D2E79BC896}" srcId="{1AD25E0C-ADF4-40BB-8FC6-3B0811E7C211}" destId="{B8C9E1A8-BCB2-4C1A-A87E-B3C06A3707AC}" srcOrd="3" destOrd="0" parTransId="{B607F7E3-CA5A-462D-A44A-B5755748C6B8}" sibTransId="{7704D9ED-6B0C-43C7-80F0-1A4A27DB5BC1}"/>
    <dgm:cxn modelId="{5F8F87B0-521A-4614-9DF6-0BC3AA5F3628}" type="presOf" srcId="{B1DB1475-893E-4497-8BFB-8EAEC4697693}" destId="{F8C7C6B1-2251-4C4A-AE19-88A6FFAC1C66}" srcOrd="0" destOrd="0" presId="urn:microsoft.com/office/officeart/2005/8/layout/vList2"/>
    <dgm:cxn modelId="{0F1BA3B3-17A1-454C-A684-364BCD9BA8EF}" type="presOf" srcId="{DA4C87E2-F4C4-4E93-B0CE-A46609EDFF13}" destId="{4CEBAFAC-386D-4849-98A2-9C2A017378BB}" srcOrd="0" destOrd="0" presId="urn:microsoft.com/office/officeart/2005/8/layout/vList2"/>
    <dgm:cxn modelId="{B44BA0B8-1CBE-4CC0-BAB1-FB207BB09F6A}" type="presOf" srcId="{AB472253-CCA8-4C4B-8771-6A6BB4F0F70A}" destId="{479460F3-CCE0-42FD-A08B-656DCAE48F2C}" srcOrd="0" destOrd="0" presId="urn:microsoft.com/office/officeart/2005/8/layout/vList2"/>
    <dgm:cxn modelId="{55FE69BF-64DB-45AE-803D-56723EADB652}" type="presOf" srcId="{38A110E4-DA91-4380-8D65-349AF08564D4}" destId="{3C41E501-3941-4920-9056-DDE4A60BB707}" srcOrd="0" destOrd="0" presId="urn:microsoft.com/office/officeart/2005/8/layout/vList2"/>
    <dgm:cxn modelId="{4B266BBF-FACD-40D2-A82F-5473160091C2}" srcId="{1AD25E0C-ADF4-40BB-8FC6-3B0811E7C211}" destId="{6C66CEA3-7EB5-46E8-A019-3198957E49D4}" srcOrd="0" destOrd="0" parTransId="{19D9C74C-8503-43BB-84D1-2AA6FAF72FBD}" sibTransId="{379C4B65-8403-44F7-9530-E2E2419F00A8}"/>
    <dgm:cxn modelId="{CB86D2C4-FC22-4FAC-98A8-6F42B68231DC}" type="presOf" srcId="{98A41163-EFFD-480D-AC85-38CDAB6BB869}" destId="{819A3600-41D3-4BA3-ABEE-AFA53494439F}" srcOrd="0" destOrd="0" presId="urn:microsoft.com/office/officeart/2005/8/layout/vList2"/>
    <dgm:cxn modelId="{373AFCE5-DE89-4167-AF86-146EBACF3CCA}" type="presOf" srcId="{930017B1-D2BE-496F-8838-8BE178B410F8}" destId="{55F4E0A4-80C0-434F-A4BC-1FAA1CC23158}" srcOrd="0" destOrd="0" presId="urn:microsoft.com/office/officeart/2005/8/layout/vList2"/>
    <dgm:cxn modelId="{BF6795ED-6D05-49D2-8F88-1D44D790C4B2}" srcId="{1AD25E0C-ADF4-40BB-8FC6-3B0811E7C211}" destId="{AB472253-CCA8-4C4B-8771-6A6BB4F0F70A}" srcOrd="6" destOrd="0" parTransId="{6D49D54C-7EA5-4DB6-998F-F4B25EAFBE38}" sibTransId="{FE295DCA-8F52-4E6B-8826-8EF2052D1B34}"/>
    <dgm:cxn modelId="{48CF06F2-2257-41C6-AB7E-E939930D35BA}" type="presOf" srcId="{B8C9E1A8-BCB2-4C1A-A87E-B3C06A3707AC}" destId="{193BB24E-CE13-455B-9A02-DCED71B98F21}" srcOrd="0" destOrd="0" presId="urn:microsoft.com/office/officeart/2005/8/layout/vList2"/>
    <dgm:cxn modelId="{5D76EAF6-D7B7-45D5-9806-4EB967D6612B}" srcId="{1AD25E0C-ADF4-40BB-8FC6-3B0811E7C211}" destId="{B1DB1475-893E-4497-8BFB-8EAEC4697693}" srcOrd="5" destOrd="0" parTransId="{EC3DA870-7CFF-4B11-93C3-68206BD4260A}" sibTransId="{8B231A98-0E5E-41E3-9695-49BAA25771FD}"/>
    <dgm:cxn modelId="{BCEA7DB6-B3B7-49DD-B797-E5084997788A}" type="presParOf" srcId="{8AEB7169-863F-4C18-BADC-1E9B9920119C}" destId="{1D37075E-F956-4A0E-A2FE-DA2D2C12D830}" srcOrd="0" destOrd="0" presId="urn:microsoft.com/office/officeart/2005/8/layout/vList2"/>
    <dgm:cxn modelId="{F50B3717-C60A-41DF-B471-7BA978F2EE96}" type="presParOf" srcId="{8AEB7169-863F-4C18-BADC-1E9B9920119C}" destId="{0436879B-08D9-4222-BEC5-20B08EC90069}" srcOrd="1" destOrd="0" presId="urn:microsoft.com/office/officeart/2005/8/layout/vList2"/>
    <dgm:cxn modelId="{A21A5095-5AF3-48AA-98F0-697004C866C4}" type="presParOf" srcId="{8AEB7169-863F-4C18-BADC-1E9B9920119C}" destId="{4CEBAFAC-386D-4849-98A2-9C2A017378BB}" srcOrd="2" destOrd="0" presId="urn:microsoft.com/office/officeart/2005/8/layout/vList2"/>
    <dgm:cxn modelId="{B48811C5-4C42-488D-B82F-8E0A4A38A8F3}" type="presParOf" srcId="{8AEB7169-863F-4C18-BADC-1E9B9920119C}" destId="{D16E3270-E40A-465E-8997-4E69238F9CBE}" srcOrd="3" destOrd="0" presId="urn:microsoft.com/office/officeart/2005/8/layout/vList2"/>
    <dgm:cxn modelId="{7E63D758-BE53-4D90-B8B4-34EBB8BCE61F}" type="presParOf" srcId="{8AEB7169-863F-4C18-BADC-1E9B9920119C}" destId="{819A3600-41D3-4BA3-ABEE-AFA53494439F}" srcOrd="4" destOrd="0" presId="urn:microsoft.com/office/officeart/2005/8/layout/vList2"/>
    <dgm:cxn modelId="{4327E9DA-00EB-44FE-924C-5645AAFAB446}" type="presParOf" srcId="{8AEB7169-863F-4C18-BADC-1E9B9920119C}" destId="{2E3F1363-6117-48AA-99BD-1C645333E3CA}" srcOrd="5" destOrd="0" presId="urn:microsoft.com/office/officeart/2005/8/layout/vList2"/>
    <dgm:cxn modelId="{971847DD-FE9F-4407-BB74-8EF64C9950AA}" type="presParOf" srcId="{8AEB7169-863F-4C18-BADC-1E9B9920119C}" destId="{193BB24E-CE13-455B-9A02-DCED71B98F21}" srcOrd="6" destOrd="0" presId="urn:microsoft.com/office/officeart/2005/8/layout/vList2"/>
    <dgm:cxn modelId="{451D272C-6C9A-45B8-BB09-FBDE0CAF3633}" type="presParOf" srcId="{8AEB7169-863F-4C18-BADC-1E9B9920119C}" destId="{652E4C75-C34D-4B39-9D5D-AE7B04BBFA8F}" srcOrd="7" destOrd="0" presId="urn:microsoft.com/office/officeart/2005/8/layout/vList2"/>
    <dgm:cxn modelId="{043E22C7-0F2C-4F31-A93A-25ABB962D79E}" type="presParOf" srcId="{8AEB7169-863F-4C18-BADC-1E9B9920119C}" destId="{55F4E0A4-80C0-434F-A4BC-1FAA1CC23158}" srcOrd="8" destOrd="0" presId="urn:microsoft.com/office/officeart/2005/8/layout/vList2"/>
    <dgm:cxn modelId="{75184C40-C3B9-49A7-8730-F08BBC145037}" type="presParOf" srcId="{8AEB7169-863F-4C18-BADC-1E9B9920119C}" destId="{AA5B63AF-18C7-4D80-9E68-0DF230A373C3}" srcOrd="9" destOrd="0" presId="urn:microsoft.com/office/officeart/2005/8/layout/vList2"/>
    <dgm:cxn modelId="{70A4A7B3-DD28-4550-8386-5B37CE6979F2}" type="presParOf" srcId="{8AEB7169-863F-4C18-BADC-1E9B9920119C}" destId="{F8C7C6B1-2251-4C4A-AE19-88A6FFAC1C66}" srcOrd="10" destOrd="0" presId="urn:microsoft.com/office/officeart/2005/8/layout/vList2"/>
    <dgm:cxn modelId="{CA3A86EB-F88F-48BC-A1E5-2F5200C3B34A}" type="presParOf" srcId="{8AEB7169-863F-4C18-BADC-1E9B9920119C}" destId="{7CC47DFF-581C-47A7-AAD9-4ED1346DFE63}" srcOrd="11" destOrd="0" presId="urn:microsoft.com/office/officeart/2005/8/layout/vList2"/>
    <dgm:cxn modelId="{1CA439EF-22EC-4051-934C-F040420764B9}" type="presParOf" srcId="{8AEB7169-863F-4C18-BADC-1E9B9920119C}" destId="{479460F3-CCE0-42FD-A08B-656DCAE48F2C}" srcOrd="12" destOrd="0" presId="urn:microsoft.com/office/officeart/2005/8/layout/vList2"/>
    <dgm:cxn modelId="{8467F4BC-0E75-491D-BD76-3D58BB763D9C}" type="presParOf" srcId="{8AEB7169-863F-4C18-BADC-1E9B9920119C}" destId="{6BCB6D24-8914-40DB-9B19-41447E6D5C65}" srcOrd="13" destOrd="0" presId="urn:microsoft.com/office/officeart/2005/8/layout/vList2"/>
    <dgm:cxn modelId="{541B9291-C8BA-4157-8653-C09B2E736066}" type="presParOf" srcId="{8AEB7169-863F-4C18-BADC-1E9B9920119C}" destId="{3C41E501-3941-4920-9056-DDE4A60BB707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074669-B5C0-402B-9253-02C3FFD04F16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54DC072-CC82-4CB4-9130-BA3F1C9CB43F}">
      <dgm:prSet/>
      <dgm:spPr/>
      <dgm:t>
        <a:bodyPr/>
        <a:lstStyle/>
        <a:p>
          <a:r>
            <a:rPr lang="en-US" b="0" i="0"/>
            <a:t>Passwords encrypted using BCrypt</a:t>
          </a:r>
          <a:endParaRPr lang="en-US"/>
        </a:p>
      </dgm:t>
    </dgm:pt>
    <dgm:pt modelId="{F1D56B26-C6D0-4B61-9DDD-BA5F94617A2A}" type="parTrans" cxnId="{6EB8B560-D008-44B9-88A0-417E9342C1AF}">
      <dgm:prSet/>
      <dgm:spPr/>
      <dgm:t>
        <a:bodyPr/>
        <a:lstStyle/>
        <a:p>
          <a:endParaRPr lang="en-US"/>
        </a:p>
      </dgm:t>
    </dgm:pt>
    <dgm:pt modelId="{1E93CFA9-0264-44ED-82A2-0BFF6F38CB18}" type="sibTrans" cxnId="{6EB8B560-D008-44B9-88A0-417E9342C1AF}">
      <dgm:prSet/>
      <dgm:spPr/>
      <dgm:t>
        <a:bodyPr/>
        <a:lstStyle/>
        <a:p>
          <a:endParaRPr lang="en-US"/>
        </a:p>
      </dgm:t>
    </dgm:pt>
    <dgm:pt modelId="{147F1396-3A50-4EFC-8BC1-A1907A1011ED}">
      <dgm:prSet/>
      <dgm:spPr/>
      <dgm:t>
        <a:bodyPr/>
        <a:lstStyle/>
        <a:p>
          <a:r>
            <a:rPr lang="en-US" b="0" i="0"/>
            <a:t>JWT authentication</a:t>
          </a:r>
          <a:endParaRPr lang="en-US"/>
        </a:p>
      </dgm:t>
    </dgm:pt>
    <dgm:pt modelId="{4B86E238-3BED-4E0D-93E5-09BDABDD4F7E}" type="parTrans" cxnId="{89E114A3-B4C6-4644-8842-C0583C0C0631}">
      <dgm:prSet/>
      <dgm:spPr/>
      <dgm:t>
        <a:bodyPr/>
        <a:lstStyle/>
        <a:p>
          <a:endParaRPr lang="en-US"/>
        </a:p>
      </dgm:t>
    </dgm:pt>
    <dgm:pt modelId="{983AEE6A-F25C-4653-BED6-88C15D03B19B}" type="sibTrans" cxnId="{89E114A3-B4C6-4644-8842-C0583C0C0631}">
      <dgm:prSet/>
      <dgm:spPr/>
      <dgm:t>
        <a:bodyPr/>
        <a:lstStyle/>
        <a:p>
          <a:endParaRPr lang="en-US"/>
        </a:p>
      </dgm:t>
    </dgm:pt>
    <dgm:pt modelId="{00DB4FCF-1D1C-49E5-AB03-73D2F7A738CE}">
      <dgm:prSet/>
      <dgm:spPr/>
      <dgm:t>
        <a:bodyPr/>
        <a:lstStyle/>
        <a:p>
          <a:r>
            <a:rPr lang="en-US" b="0" i="0"/>
            <a:t>Input validation to prevent SQL Injection</a:t>
          </a:r>
          <a:endParaRPr lang="en-US"/>
        </a:p>
      </dgm:t>
    </dgm:pt>
    <dgm:pt modelId="{09B31E92-92E2-4BC1-AF20-8022D01A882A}" type="parTrans" cxnId="{A53AA77B-1E3C-4718-8726-597A4BA1D975}">
      <dgm:prSet/>
      <dgm:spPr/>
      <dgm:t>
        <a:bodyPr/>
        <a:lstStyle/>
        <a:p>
          <a:endParaRPr lang="en-US"/>
        </a:p>
      </dgm:t>
    </dgm:pt>
    <dgm:pt modelId="{4E1CC18B-9D3E-4CEF-8D7A-89476CCDF8F3}" type="sibTrans" cxnId="{A53AA77B-1E3C-4718-8726-597A4BA1D975}">
      <dgm:prSet/>
      <dgm:spPr/>
      <dgm:t>
        <a:bodyPr/>
        <a:lstStyle/>
        <a:p>
          <a:endParaRPr lang="en-US"/>
        </a:p>
      </dgm:t>
    </dgm:pt>
    <dgm:pt modelId="{42CC1A77-9AF2-4B8B-8D89-CD45D48CB4EC}">
      <dgm:prSet/>
      <dgm:spPr/>
      <dgm:t>
        <a:bodyPr/>
        <a:lstStyle/>
        <a:p>
          <a:r>
            <a:rPr lang="en-US" b="0" i="0"/>
            <a:t>CSRF protection enabled</a:t>
          </a:r>
          <a:endParaRPr lang="en-US"/>
        </a:p>
      </dgm:t>
    </dgm:pt>
    <dgm:pt modelId="{A64B6770-C5C3-446E-83CE-14BBAE829FA1}" type="parTrans" cxnId="{D6481A0D-7239-44AA-953E-B720473AE800}">
      <dgm:prSet/>
      <dgm:spPr/>
      <dgm:t>
        <a:bodyPr/>
        <a:lstStyle/>
        <a:p>
          <a:endParaRPr lang="en-US"/>
        </a:p>
      </dgm:t>
    </dgm:pt>
    <dgm:pt modelId="{1E155284-2374-401C-BDE6-458A3D09472E}" type="sibTrans" cxnId="{D6481A0D-7239-44AA-953E-B720473AE800}">
      <dgm:prSet/>
      <dgm:spPr/>
      <dgm:t>
        <a:bodyPr/>
        <a:lstStyle/>
        <a:p>
          <a:endParaRPr lang="en-US"/>
        </a:p>
      </dgm:t>
    </dgm:pt>
    <dgm:pt modelId="{F5326858-D68A-4538-B2C6-AB2E3890A10D}">
      <dgm:prSet/>
      <dgm:spPr/>
      <dgm:t>
        <a:bodyPr/>
        <a:lstStyle/>
        <a:p>
          <a:r>
            <a:rPr lang="en-US" b="0" i="0"/>
            <a:t>HTTPS required</a:t>
          </a:r>
          <a:endParaRPr lang="en-US"/>
        </a:p>
      </dgm:t>
    </dgm:pt>
    <dgm:pt modelId="{FEAD7F78-4DE7-49C2-B0C0-6C42B1258B1F}" type="parTrans" cxnId="{B46BC812-9C0B-475A-A8B6-C6181BDFF933}">
      <dgm:prSet/>
      <dgm:spPr/>
      <dgm:t>
        <a:bodyPr/>
        <a:lstStyle/>
        <a:p>
          <a:endParaRPr lang="en-US"/>
        </a:p>
      </dgm:t>
    </dgm:pt>
    <dgm:pt modelId="{335BE21F-D887-42B4-991B-4C9C25264163}" type="sibTrans" cxnId="{B46BC812-9C0B-475A-A8B6-C6181BDFF933}">
      <dgm:prSet/>
      <dgm:spPr/>
      <dgm:t>
        <a:bodyPr/>
        <a:lstStyle/>
        <a:p>
          <a:endParaRPr lang="en-US"/>
        </a:p>
      </dgm:t>
    </dgm:pt>
    <dgm:pt modelId="{B60A0FFA-3E17-4FDF-B1A9-46A5E06091AA}">
      <dgm:prSet/>
      <dgm:spPr/>
      <dgm:t>
        <a:bodyPr/>
        <a:lstStyle/>
        <a:p>
          <a:r>
            <a:rPr lang="en-US" b="0" i="0"/>
            <a:t>Role-based authorization</a:t>
          </a:r>
          <a:endParaRPr lang="en-US"/>
        </a:p>
      </dgm:t>
    </dgm:pt>
    <dgm:pt modelId="{5C936678-8DE7-49F1-8770-F227DB332AA5}" type="parTrans" cxnId="{ED5DF82A-C283-4E52-A0BB-66E5D85F2D95}">
      <dgm:prSet/>
      <dgm:spPr/>
      <dgm:t>
        <a:bodyPr/>
        <a:lstStyle/>
        <a:p>
          <a:endParaRPr lang="en-US"/>
        </a:p>
      </dgm:t>
    </dgm:pt>
    <dgm:pt modelId="{B2C3E8E5-447B-40CB-89FB-9A3A9698A6D9}" type="sibTrans" cxnId="{ED5DF82A-C283-4E52-A0BB-66E5D85F2D95}">
      <dgm:prSet/>
      <dgm:spPr/>
      <dgm:t>
        <a:bodyPr/>
        <a:lstStyle/>
        <a:p>
          <a:endParaRPr lang="en-US"/>
        </a:p>
      </dgm:t>
    </dgm:pt>
    <dgm:pt modelId="{7E3283DF-D460-4DDF-B14B-4D85335B60D4}">
      <dgm:prSet/>
      <dgm:spPr/>
      <dgm:t>
        <a:bodyPr/>
        <a:lstStyle/>
        <a:p>
          <a:r>
            <a:rPr lang="en-US" b="0" i="0"/>
            <a:t>Rate limiting on API endpoints</a:t>
          </a:r>
          <a:endParaRPr lang="en-US"/>
        </a:p>
      </dgm:t>
    </dgm:pt>
    <dgm:pt modelId="{28C825B3-E032-42F0-98EF-FA3E2A537C00}" type="parTrans" cxnId="{9000465A-F9AA-495D-9850-BC49DB0A8043}">
      <dgm:prSet/>
      <dgm:spPr/>
      <dgm:t>
        <a:bodyPr/>
        <a:lstStyle/>
        <a:p>
          <a:endParaRPr lang="en-US"/>
        </a:p>
      </dgm:t>
    </dgm:pt>
    <dgm:pt modelId="{2D1D05C6-667A-4057-936D-39C83E71C4A4}" type="sibTrans" cxnId="{9000465A-F9AA-495D-9850-BC49DB0A8043}">
      <dgm:prSet/>
      <dgm:spPr/>
      <dgm:t>
        <a:bodyPr/>
        <a:lstStyle/>
        <a:p>
          <a:endParaRPr lang="en-US"/>
        </a:p>
      </dgm:t>
    </dgm:pt>
    <dgm:pt modelId="{558AE5EC-BB99-475A-8121-BC14F318D79A}" type="pres">
      <dgm:prSet presAssocID="{93074669-B5C0-402B-9253-02C3FFD04F16}" presName="linear" presStyleCnt="0">
        <dgm:presLayoutVars>
          <dgm:dir/>
          <dgm:animLvl val="lvl"/>
          <dgm:resizeHandles val="exact"/>
        </dgm:presLayoutVars>
      </dgm:prSet>
      <dgm:spPr/>
    </dgm:pt>
    <dgm:pt modelId="{E4D9F8E1-3019-42DC-9462-72D2BBEB6DE0}" type="pres">
      <dgm:prSet presAssocID="{754DC072-CC82-4CB4-9130-BA3F1C9CB43F}" presName="parentLin" presStyleCnt="0"/>
      <dgm:spPr/>
    </dgm:pt>
    <dgm:pt modelId="{5B2F71A8-6569-4BCC-93F8-FC23A420565A}" type="pres">
      <dgm:prSet presAssocID="{754DC072-CC82-4CB4-9130-BA3F1C9CB43F}" presName="parentLeftMargin" presStyleLbl="node1" presStyleIdx="0" presStyleCnt="7"/>
      <dgm:spPr/>
    </dgm:pt>
    <dgm:pt modelId="{79A65139-CD8F-4E19-8CFD-36DB8A4C5710}" type="pres">
      <dgm:prSet presAssocID="{754DC072-CC82-4CB4-9130-BA3F1C9CB43F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4D63DF6B-4F01-4641-920D-522C317C6439}" type="pres">
      <dgm:prSet presAssocID="{754DC072-CC82-4CB4-9130-BA3F1C9CB43F}" presName="negativeSpace" presStyleCnt="0"/>
      <dgm:spPr/>
    </dgm:pt>
    <dgm:pt modelId="{BC25FCAC-ED72-4357-BCC7-62C354A3584B}" type="pres">
      <dgm:prSet presAssocID="{754DC072-CC82-4CB4-9130-BA3F1C9CB43F}" presName="childText" presStyleLbl="conFgAcc1" presStyleIdx="0" presStyleCnt="7">
        <dgm:presLayoutVars>
          <dgm:bulletEnabled val="1"/>
        </dgm:presLayoutVars>
      </dgm:prSet>
      <dgm:spPr/>
    </dgm:pt>
    <dgm:pt modelId="{C0FB4E3F-17FB-468E-B441-7F6B88C8B0BD}" type="pres">
      <dgm:prSet presAssocID="{1E93CFA9-0264-44ED-82A2-0BFF6F38CB18}" presName="spaceBetweenRectangles" presStyleCnt="0"/>
      <dgm:spPr/>
    </dgm:pt>
    <dgm:pt modelId="{51B4D3A1-E3DC-46FA-B07B-063B8F75B64C}" type="pres">
      <dgm:prSet presAssocID="{147F1396-3A50-4EFC-8BC1-A1907A1011ED}" presName="parentLin" presStyleCnt="0"/>
      <dgm:spPr/>
    </dgm:pt>
    <dgm:pt modelId="{DA8C3A5B-A75B-4B30-B2FE-60BCC3107857}" type="pres">
      <dgm:prSet presAssocID="{147F1396-3A50-4EFC-8BC1-A1907A1011ED}" presName="parentLeftMargin" presStyleLbl="node1" presStyleIdx="0" presStyleCnt="7"/>
      <dgm:spPr/>
    </dgm:pt>
    <dgm:pt modelId="{1A847075-5589-4710-9F8C-8A0868567A81}" type="pres">
      <dgm:prSet presAssocID="{147F1396-3A50-4EFC-8BC1-A1907A1011E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FD75B16-A909-4C74-B2EE-1D39EC401470}" type="pres">
      <dgm:prSet presAssocID="{147F1396-3A50-4EFC-8BC1-A1907A1011ED}" presName="negativeSpace" presStyleCnt="0"/>
      <dgm:spPr/>
    </dgm:pt>
    <dgm:pt modelId="{3287B64A-F568-4B5C-B225-ADB62A6278CA}" type="pres">
      <dgm:prSet presAssocID="{147F1396-3A50-4EFC-8BC1-A1907A1011ED}" presName="childText" presStyleLbl="conFgAcc1" presStyleIdx="1" presStyleCnt="7">
        <dgm:presLayoutVars>
          <dgm:bulletEnabled val="1"/>
        </dgm:presLayoutVars>
      </dgm:prSet>
      <dgm:spPr/>
    </dgm:pt>
    <dgm:pt modelId="{2C5F796B-A929-4F21-A1D5-B6930059FDD5}" type="pres">
      <dgm:prSet presAssocID="{983AEE6A-F25C-4653-BED6-88C15D03B19B}" presName="spaceBetweenRectangles" presStyleCnt="0"/>
      <dgm:spPr/>
    </dgm:pt>
    <dgm:pt modelId="{D683176B-DCB7-4754-A5E6-253B76BB867B}" type="pres">
      <dgm:prSet presAssocID="{00DB4FCF-1D1C-49E5-AB03-73D2F7A738CE}" presName="parentLin" presStyleCnt="0"/>
      <dgm:spPr/>
    </dgm:pt>
    <dgm:pt modelId="{947B5DD8-CD34-4845-A95C-C6BDA6A61A5C}" type="pres">
      <dgm:prSet presAssocID="{00DB4FCF-1D1C-49E5-AB03-73D2F7A738CE}" presName="parentLeftMargin" presStyleLbl="node1" presStyleIdx="1" presStyleCnt="7"/>
      <dgm:spPr/>
    </dgm:pt>
    <dgm:pt modelId="{427729F8-9471-4074-BB90-11E6598616D3}" type="pres">
      <dgm:prSet presAssocID="{00DB4FCF-1D1C-49E5-AB03-73D2F7A738C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06F2D5E8-2AEA-4AB6-B089-3354339F7C8C}" type="pres">
      <dgm:prSet presAssocID="{00DB4FCF-1D1C-49E5-AB03-73D2F7A738CE}" presName="negativeSpace" presStyleCnt="0"/>
      <dgm:spPr/>
    </dgm:pt>
    <dgm:pt modelId="{081910C6-4745-4570-955D-F598CCF2D1C9}" type="pres">
      <dgm:prSet presAssocID="{00DB4FCF-1D1C-49E5-AB03-73D2F7A738CE}" presName="childText" presStyleLbl="conFgAcc1" presStyleIdx="2" presStyleCnt="7">
        <dgm:presLayoutVars>
          <dgm:bulletEnabled val="1"/>
        </dgm:presLayoutVars>
      </dgm:prSet>
      <dgm:spPr/>
    </dgm:pt>
    <dgm:pt modelId="{56BD91D1-6D4C-489D-8C46-1D25ED092A0A}" type="pres">
      <dgm:prSet presAssocID="{4E1CC18B-9D3E-4CEF-8D7A-89476CCDF8F3}" presName="spaceBetweenRectangles" presStyleCnt="0"/>
      <dgm:spPr/>
    </dgm:pt>
    <dgm:pt modelId="{86AFA398-8D3B-468C-970B-EFF68B1A30E7}" type="pres">
      <dgm:prSet presAssocID="{42CC1A77-9AF2-4B8B-8D89-CD45D48CB4EC}" presName="parentLin" presStyleCnt="0"/>
      <dgm:spPr/>
    </dgm:pt>
    <dgm:pt modelId="{A5D01048-D615-4FAB-A0F0-526D3E3909FA}" type="pres">
      <dgm:prSet presAssocID="{42CC1A77-9AF2-4B8B-8D89-CD45D48CB4EC}" presName="parentLeftMargin" presStyleLbl="node1" presStyleIdx="2" presStyleCnt="7"/>
      <dgm:spPr/>
    </dgm:pt>
    <dgm:pt modelId="{F1A6AFF5-7F7B-4242-AA52-52620164E358}" type="pres">
      <dgm:prSet presAssocID="{42CC1A77-9AF2-4B8B-8D89-CD45D48CB4E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8019AC3-BF96-496D-8F40-E208826175DF}" type="pres">
      <dgm:prSet presAssocID="{42CC1A77-9AF2-4B8B-8D89-CD45D48CB4EC}" presName="negativeSpace" presStyleCnt="0"/>
      <dgm:spPr/>
    </dgm:pt>
    <dgm:pt modelId="{564790BA-C286-4D0D-BA45-230BE8372377}" type="pres">
      <dgm:prSet presAssocID="{42CC1A77-9AF2-4B8B-8D89-CD45D48CB4EC}" presName="childText" presStyleLbl="conFgAcc1" presStyleIdx="3" presStyleCnt="7">
        <dgm:presLayoutVars>
          <dgm:bulletEnabled val="1"/>
        </dgm:presLayoutVars>
      </dgm:prSet>
      <dgm:spPr/>
    </dgm:pt>
    <dgm:pt modelId="{A7FE7DA1-0244-4A4B-8F52-A78606FC7967}" type="pres">
      <dgm:prSet presAssocID="{1E155284-2374-401C-BDE6-458A3D09472E}" presName="spaceBetweenRectangles" presStyleCnt="0"/>
      <dgm:spPr/>
    </dgm:pt>
    <dgm:pt modelId="{7603BBD4-D3EA-47EB-A7DE-876F37874737}" type="pres">
      <dgm:prSet presAssocID="{F5326858-D68A-4538-B2C6-AB2E3890A10D}" presName="parentLin" presStyleCnt="0"/>
      <dgm:spPr/>
    </dgm:pt>
    <dgm:pt modelId="{7A86AEFE-2F47-481F-ABED-BCD24E6E4069}" type="pres">
      <dgm:prSet presAssocID="{F5326858-D68A-4538-B2C6-AB2E3890A10D}" presName="parentLeftMargin" presStyleLbl="node1" presStyleIdx="3" presStyleCnt="7"/>
      <dgm:spPr/>
    </dgm:pt>
    <dgm:pt modelId="{6508681F-4A08-47B7-89C4-10620BA04DB7}" type="pres">
      <dgm:prSet presAssocID="{F5326858-D68A-4538-B2C6-AB2E3890A10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0D306E58-9A53-4A7C-875C-2964C87A84BE}" type="pres">
      <dgm:prSet presAssocID="{F5326858-D68A-4538-B2C6-AB2E3890A10D}" presName="negativeSpace" presStyleCnt="0"/>
      <dgm:spPr/>
    </dgm:pt>
    <dgm:pt modelId="{1595EB95-5838-49E1-90D2-0AAF96931EC4}" type="pres">
      <dgm:prSet presAssocID="{F5326858-D68A-4538-B2C6-AB2E3890A10D}" presName="childText" presStyleLbl="conFgAcc1" presStyleIdx="4" presStyleCnt="7">
        <dgm:presLayoutVars>
          <dgm:bulletEnabled val="1"/>
        </dgm:presLayoutVars>
      </dgm:prSet>
      <dgm:spPr/>
    </dgm:pt>
    <dgm:pt modelId="{07E5ED7D-51C6-4980-8EE3-DF142248F151}" type="pres">
      <dgm:prSet presAssocID="{335BE21F-D887-42B4-991B-4C9C25264163}" presName="spaceBetweenRectangles" presStyleCnt="0"/>
      <dgm:spPr/>
    </dgm:pt>
    <dgm:pt modelId="{F058DB93-A804-4890-927D-22E9302AA07B}" type="pres">
      <dgm:prSet presAssocID="{B60A0FFA-3E17-4FDF-B1A9-46A5E06091AA}" presName="parentLin" presStyleCnt="0"/>
      <dgm:spPr/>
    </dgm:pt>
    <dgm:pt modelId="{BED59204-9A63-4E92-8D5E-225E157834D2}" type="pres">
      <dgm:prSet presAssocID="{B60A0FFA-3E17-4FDF-B1A9-46A5E06091AA}" presName="parentLeftMargin" presStyleLbl="node1" presStyleIdx="4" presStyleCnt="7"/>
      <dgm:spPr/>
    </dgm:pt>
    <dgm:pt modelId="{3ED5EDD1-9A5F-4E8D-A8F6-694A13BE4BF5}" type="pres">
      <dgm:prSet presAssocID="{B60A0FFA-3E17-4FDF-B1A9-46A5E06091AA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74F09AA8-B55A-42C6-BFAE-22F57C6E0732}" type="pres">
      <dgm:prSet presAssocID="{B60A0FFA-3E17-4FDF-B1A9-46A5E06091AA}" presName="negativeSpace" presStyleCnt="0"/>
      <dgm:spPr/>
    </dgm:pt>
    <dgm:pt modelId="{60C094C8-AFB4-4511-9928-3991F2670A7C}" type="pres">
      <dgm:prSet presAssocID="{B60A0FFA-3E17-4FDF-B1A9-46A5E06091AA}" presName="childText" presStyleLbl="conFgAcc1" presStyleIdx="5" presStyleCnt="7">
        <dgm:presLayoutVars>
          <dgm:bulletEnabled val="1"/>
        </dgm:presLayoutVars>
      </dgm:prSet>
      <dgm:spPr/>
    </dgm:pt>
    <dgm:pt modelId="{6CCA611B-FCC3-4C0F-8DBF-822A77DFCE67}" type="pres">
      <dgm:prSet presAssocID="{B2C3E8E5-447B-40CB-89FB-9A3A9698A6D9}" presName="spaceBetweenRectangles" presStyleCnt="0"/>
      <dgm:spPr/>
    </dgm:pt>
    <dgm:pt modelId="{6049ECE0-E455-4407-8C4F-FC77EDDD7416}" type="pres">
      <dgm:prSet presAssocID="{7E3283DF-D460-4DDF-B14B-4D85335B60D4}" presName="parentLin" presStyleCnt="0"/>
      <dgm:spPr/>
    </dgm:pt>
    <dgm:pt modelId="{85B089B8-C2A2-4225-B0F7-1A256120D58F}" type="pres">
      <dgm:prSet presAssocID="{7E3283DF-D460-4DDF-B14B-4D85335B60D4}" presName="parentLeftMargin" presStyleLbl="node1" presStyleIdx="5" presStyleCnt="7"/>
      <dgm:spPr/>
    </dgm:pt>
    <dgm:pt modelId="{D8BD7152-4588-4E3D-8A96-37755D6FBB38}" type="pres">
      <dgm:prSet presAssocID="{7E3283DF-D460-4DDF-B14B-4D85335B60D4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80FEDC6C-B131-45B9-B37E-DF88DCECB83A}" type="pres">
      <dgm:prSet presAssocID="{7E3283DF-D460-4DDF-B14B-4D85335B60D4}" presName="negativeSpace" presStyleCnt="0"/>
      <dgm:spPr/>
    </dgm:pt>
    <dgm:pt modelId="{E63863BD-B396-46A1-BB88-F01BFF233E0B}" type="pres">
      <dgm:prSet presAssocID="{7E3283DF-D460-4DDF-B14B-4D85335B60D4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2C92BB00-1610-40F7-8163-C72BA88DD510}" type="presOf" srcId="{F5326858-D68A-4538-B2C6-AB2E3890A10D}" destId="{6508681F-4A08-47B7-89C4-10620BA04DB7}" srcOrd="1" destOrd="0" presId="urn:microsoft.com/office/officeart/2005/8/layout/list1"/>
    <dgm:cxn modelId="{D9540F05-1B71-4C73-94A7-0CC7848CA0C9}" type="presOf" srcId="{7E3283DF-D460-4DDF-B14B-4D85335B60D4}" destId="{85B089B8-C2A2-4225-B0F7-1A256120D58F}" srcOrd="0" destOrd="0" presId="urn:microsoft.com/office/officeart/2005/8/layout/list1"/>
    <dgm:cxn modelId="{D6481A0D-7239-44AA-953E-B720473AE800}" srcId="{93074669-B5C0-402B-9253-02C3FFD04F16}" destId="{42CC1A77-9AF2-4B8B-8D89-CD45D48CB4EC}" srcOrd="3" destOrd="0" parTransId="{A64B6770-C5C3-446E-83CE-14BBAE829FA1}" sibTransId="{1E155284-2374-401C-BDE6-458A3D09472E}"/>
    <dgm:cxn modelId="{B46BC812-9C0B-475A-A8B6-C6181BDFF933}" srcId="{93074669-B5C0-402B-9253-02C3FFD04F16}" destId="{F5326858-D68A-4538-B2C6-AB2E3890A10D}" srcOrd="4" destOrd="0" parTransId="{FEAD7F78-4DE7-49C2-B0C0-6C42B1258B1F}" sibTransId="{335BE21F-D887-42B4-991B-4C9C25264163}"/>
    <dgm:cxn modelId="{7EB5F01C-7158-4D57-A3D5-2FEDAECB78B8}" type="presOf" srcId="{147F1396-3A50-4EFC-8BC1-A1907A1011ED}" destId="{1A847075-5589-4710-9F8C-8A0868567A81}" srcOrd="1" destOrd="0" presId="urn:microsoft.com/office/officeart/2005/8/layout/list1"/>
    <dgm:cxn modelId="{ED5DF82A-C283-4E52-A0BB-66E5D85F2D95}" srcId="{93074669-B5C0-402B-9253-02C3FFD04F16}" destId="{B60A0FFA-3E17-4FDF-B1A9-46A5E06091AA}" srcOrd="5" destOrd="0" parTransId="{5C936678-8DE7-49F1-8770-F227DB332AA5}" sibTransId="{B2C3E8E5-447B-40CB-89FB-9A3A9698A6D9}"/>
    <dgm:cxn modelId="{DEAA6C2F-B1D8-4C7D-B6C3-F6664C9CF808}" type="presOf" srcId="{754DC072-CC82-4CB4-9130-BA3F1C9CB43F}" destId="{79A65139-CD8F-4E19-8CFD-36DB8A4C5710}" srcOrd="1" destOrd="0" presId="urn:microsoft.com/office/officeart/2005/8/layout/list1"/>
    <dgm:cxn modelId="{4C1CA936-C028-4E78-99EE-176DF08AE64D}" type="presOf" srcId="{93074669-B5C0-402B-9253-02C3FFD04F16}" destId="{558AE5EC-BB99-475A-8121-BC14F318D79A}" srcOrd="0" destOrd="0" presId="urn:microsoft.com/office/officeart/2005/8/layout/list1"/>
    <dgm:cxn modelId="{6EB8B560-D008-44B9-88A0-417E9342C1AF}" srcId="{93074669-B5C0-402B-9253-02C3FFD04F16}" destId="{754DC072-CC82-4CB4-9130-BA3F1C9CB43F}" srcOrd="0" destOrd="0" parTransId="{F1D56B26-C6D0-4B61-9DDD-BA5F94617A2A}" sibTransId="{1E93CFA9-0264-44ED-82A2-0BFF6F38CB18}"/>
    <dgm:cxn modelId="{683B4463-0484-43DF-B1F7-AB96A4577C66}" type="presOf" srcId="{B60A0FFA-3E17-4FDF-B1A9-46A5E06091AA}" destId="{3ED5EDD1-9A5F-4E8D-A8F6-694A13BE4BF5}" srcOrd="1" destOrd="0" presId="urn:microsoft.com/office/officeart/2005/8/layout/list1"/>
    <dgm:cxn modelId="{928FBD67-CE07-4D94-89E5-8F3106741C81}" type="presOf" srcId="{42CC1A77-9AF2-4B8B-8D89-CD45D48CB4EC}" destId="{F1A6AFF5-7F7B-4242-AA52-52620164E358}" srcOrd="1" destOrd="0" presId="urn:microsoft.com/office/officeart/2005/8/layout/list1"/>
    <dgm:cxn modelId="{37128377-B3C4-4549-BAAD-5C67AB18B7EC}" type="presOf" srcId="{7E3283DF-D460-4DDF-B14B-4D85335B60D4}" destId="{D8BD7152-4588-4E3D-8A96-37755D6FBB38}" srcOrd="1" destOrd="0" presId="urn:microsoft.com/office/officeart/2005/8/layout/list1"/>
    <dgm:cxn modelId="{9000465A-F9AA-495D-9850-BC49DB0A8043}" srcId="{93074669-B5C0-402B-9253-02C3FFD04F16}" destId="{7E3283DF-D460-4DDF-B14B-4D85335B60D4}" srcOrd="6" destOrd="0" parTransId="{28C825B3-E032-42F0-98EF-FA3E2A537C00}" sibTransId="{2D1D05C6-667A-4057-936D-39C83E71C4A4}"/>
    <dgm:cxn modelId="{A53AA77B-1E3C-4718-8726-597A4BA1D975}" srcId="{93074669-B5C0-402B-9253-02C3FFD04F16}" destId="{00DB4FCF-1D1C-49E5-AB03-73D2F7A738CE}" srcOrd="2" destOrd="0" parTransId="{09B31E92-92E2-4BC1-AF20-8022D01A882A}" sibTransId="{4E1CC18B-9D3E-4CEF-8D7A-89476CCDF8F3}"/>
    <dgm:cxn modelId="{6A1F4E82-C6AA-4E32-9514-1D80D5440BAD}" type="presOf" srcId="{B60A0FFA-3E17-4FDF-B1A9-46A5E06091AA}" destId="{BED59204-9A63-4E92-8D5E-225E157834D2}" srcOrd="0" destOrd="0" presId="urn:microsoft.com/office/officeart/2005/8/layout/list1"/>
    <dgm:cxn modelId="{AE011088-D70A-435A-9B86-ED58A0B452D2}" type="presOf" srcId="{42CC1A77-9AF2-4B8B-8D89-CD45D48CB4EC}" destId="{A5D01048-D615-4FAB-A0F0-526D3E3909FA}" srcOrd="0" destOrd="0" presId="urn:microsoft.com/office/officeart/2005/8/layout/list1"/>
    <dgm:cxn modelId="{86763B97-BC6E-4693-896A-F967DECB8AFC}" type="presOf" srcId="{00DB4FCF-1D1C-49E5-AB03-73D2F7A738CE}" destId="{947B5DD8-CD34-4845-A95C-C6BDA6A61A5C}" srcOrd="0" destOrd="0" presId="urn:microsoft.com/office/officeart/2005/8/layout/list1"/>
    <dgm:cxn modelId="{89E114A3-B4C6-4644-8842-C0583C0C0631}" srcId="{93074669-B5C0-402B-9253-02C3FFD04F16}" destId="{147F1396-3A50-4EFC-8BC1-A1907A1011ED}" srcOrd="1" destOrd="0" parTransId="{4B86E238-3BED-4E0D-93E5-09BDABDD4F7E}" sibTransId="{983AEE6A-F25C-4653-BED6-88C15D03B19B}"/>
    <dgm:cxn modelId="{CA8A29BA-D2A2-4038-9DA1-9BD32A4582D4}" type="presOf" srcId="{147F1396-3A50-4EFC-8BC1-A1907A1011ED}" destId="{DA8C3A5B-A75B-4B30-B2FE-60BCC3107857}" srcOrd="0" destOrd="0" presId="urn:microsoft.com/office/officeart/2005/8/layout/list1"/>
    <dgm:cxn modelId="{4E9379C8-261F-44A5-AC1D-33274318BB9C}" type="presOf" srcId="{00DB4FCF-1D1C-49E5-AB03-73D2F7A738CE}" destId="{427729F8-9471-4074-BB90-11E6598616D3}" srcOrd="1" destOrd="0" presId="urn:microsoft.com/office/officeart/2005/8/layout/list1"/>
    <dgm:cxn modelId="{757BB9E9-EF3F-4075-B87B-734A7BF9A5C6}" type="presOf" srcId="{F5326858-D68A-4538-B2C6-AB2E3890A10D}" destId="{7A86AEFE-2F47-481F-ABED-BCD24E6E4069}" srcOrd="0" destOrd="0" presId="urn:microsoft.com/office/officeart/2005/8/layout/list1"/>
    <dgm:cxn modelId="{8D5976FC-0106-49F8-9AD2-E896C30C9629}" type="presOf" srcId="{754DC072-CC82-4CB4-9130-BA3F1C9CB43F}" destId="{5B2F71A8-6569-4BCC-93F8-FC23A420565A}" srcOrd="0" destOrd="0" presId="urn:microsoft.com/office/officeart/2005/8/layout/list1"/>
    <dgm:cxn modelId="{1ABAB065-53F8-41E9-8C08-6E38DE213BAF}" type="presParOf" srcId="{558AE5EC-BB99-475A-8121-BC14F318D79A}" destId="{E4D9F8E1-3019-42DC-9462-72D2BBEB6DE0}" srcOrd="0" destOrd="0" presId="urn:microsoft.com/office/officeart/2005/8/layout/list1"/>
    <dgm:cxn modelId="{7320AD0F-A7FB-48E2-8C68-5852343C593D}" type="presParOf" srcId="{E4D9F8E1-3019-42DC-9462-72D2BBEB6DE0}" destId="{5B2F71A8-6569-4BCC-93F8-FC23A420565A}" srcOrd="0" destOrd="0" presId="urn:microsoft.com/office/officeart/2005/8/layout/list1"/>
    <dgm:cxn modelId="{081E1D27-97B7-4204-B559-40F5F7F279FC}" type="presParOf" srcId="{E4D9F8E1-3019-42DC-9462-72D2BBEB6DE0}" destId="{79A65139-CD8F-4E19-8CFD-36DB8A4C5710}" srcOrd="1" destOrd="0" presId="urn:microsoft.com/office/officeart/2005/8/layout/list1"/>
    <dgm:cxn modelId="{0F1A4708-183F-41C8-8904-F6EAAD25B3FD}" type="presParOf" srcId="{558AE5EC-BB99-475A-8121-BC14F318D79A}" destId="{4D63DF6B-4F01-4641-920D-522C317C6439}" srcOrd="1" destOrd="0" presId="urn:microsoft.com/office/officeart/2005/8/layout/list1"/>
    <dgm:cxn modelId="{1700BA0A-AAD8-42EB-9C5C-3AFBA2DD0944}" type="presParOf" srcId="{558AE5EC-BB99-475A-8121-BC14F318D79A}" destId="{BC25FCAC-ED72-4357-BCC7-62C354A3584B}" srcOrd="2" destOrd="0" presId="urn:microsoft.com/office/officeart/2005/8/layout/list1"/>
    <dgm:cxn modelId="{AF5F9C46-933A-498D-A074-53558B1DFB4B}" type="presParOf" srcId="{558AE5EC-BB99-475A-8121-BC14F318D79A}" destId="{C0FB4E3F-17FB-468E-B441-7F6B88C8B0BD}" srcOrd="3" destOrd="0" presId="urn:microsoft.com/office/officeart/2005/8/layout/list1"/>
    <dgm:cxn modelId="{13EE1FB7-C291-4B80-9893-B47E962CCAC6}" type="presParOf" srcId="{558AE5EC-BB99-475A-8121-BC14F318D79A}" destId="{51B4D3A1-E3DC-46FA-B07B-063B8F75B64C}" srcOrd="4" destOrd="0" presId="urn:microsoft.com/office/officeart/2005/8/layout/list1"/>
    <dgm:cxn modelId="{BC7280AD-574F-4594-8974-6B6C8DBFE3EE}" type="presParOf" srcId="{51B4D3A1-E3DC-46FA-B07B-063B8F75B64C}" destId="{DA8C3A5B-A75B-4B30-B2FE-60BCC3107857}" srcOrd="0" destOrd="0" presId="urn:microsoft.com/office/officeart/2005/8/layout/list1"/>
    <dgm:cxn modelId="{7784780A-663E-42B8-8ED2-E018549CB387}" type="presParOf" srcId="{51B4D3A1-E3DC-46FA-B07B-063B8F75B64C}" destId="{1A847075-5589-4710-9F8C-8A0868567A81}" srcOrd="1" destOrd="0" presId="urn:microsoft.com/office/officeart/2005/8/layout/list1"/>
    <dgm:cxn modelId="{C9230558-212F-421F-9853-480D9CB1A183}" type="presParOf" srcId="{558AE5EC-BB99-475A-8121-BC14F318D79A}" destId="{AFD75B16-A909-4C74-B2EE-1D39EC401470}" srcOrd="5" destOrd="0" presId="urn:microsoft.com/office/officeart/2005/8/layout/list1"/>
    <dgm:cxn modelId="{A909C6A4-2671-46A9-BFCA-848970EA445D}" type="presParOf" srcId="{558AE5EC-BB99-475A-8121-BC14F318D79A}" destId="{3287B64A-F568-4B5C-B225-ADB62A6278CA}" srcOrd="6" destOrd="0" presId="urn:microsoft.com/office/officeart/2005/8/layout/list1"/>
    <dgm:cxn modelId="{BF05834D-697D-47BA-A623-A26B02AA58BB}" type="presParOf" srcId="{558AE5EC-BB99-475A-8121-BC14F318D79A}" destId="{2C5F796B-A929-4F21-A1D5-B6930059FDD5}" srcOrd="7" destOrd="0" presId="urn:microsoft.com/office/officeart/2005/8/layout/list1"/>
    <dgm:cxn modelId="{2C00FA42-6E76-4F79-9E51-A6F9A1A0FCE8}" type="presParOf" srcId="{558AE5EC-BB99-475A-8121-BC14F318D79A}" destId="{D683176B-DCB7-4754-A5E6-253B76BB867B}" srcOrd="8" destOrd="0" presId="urn:microsoft.com/office/officeart/2005/8/layout/list1"/>
    <dgm:cxn modelId="{82602D25-0F59-4E4C-BB04-2FDB973297D7}" type="presParOf" srcId="{D683176B-DCB7-4754-A5E6-253B76BB867B}" destId="{947B5DD8-CD34-4845-A95C-C6BDA6A61A5C}" srcOrd="0" destOrd="0" presId="urn:microsoft.com/office/officeart/2005/8/layout/list1"/>
    <dgm:cxn modelId="{5CE546D0-FFA9-4D85-85B4-146CA0336E11}" type="presParOf" srcId="{D683176B-DCB7-4754-A5E6-253B76BB867B}" destId="{427729F8-9471-4074-BB90-11E6598616D3}" srcOrd="1" destOrd="0" presId="urn:microsoft.com/office/officeart/2005/8/layout/list1"/>
    <dgm:cxn modelId="{6747A99B-5A14-4731-A208-B7ACC23FC849}" type="presParOf" srcId="{558AE5EC-BB99-475A-8121-BC14F318D79A}" destId="{06F2D5E8-2AEA-4AB6-B089-3354339F7C8C}" srcOrd="9" destOrd="0" presId="urn:microsoft.com/office/officeart/2005/8/layout/list1"/>
    <dgm:cxn modelId="{373C5742-043A-45C2-8106-ECA6E3238220}" type="presParOf" srcId="{558AE5EC-BB99-475A-8121-BC14F318D79A}" destId="{081910C6-4745-4570-955D-F598CCF2D1C9}" srcOrd="10" destOrd="0" presId="urn:microsoft.com/office/officeart/2005/8/layout/list1"/>
    <dgm:cxn modelId="{00AA7D65-79EA-4B0E-8329-E62135E96FEF}" type="presParOf" srcId="{558AE5EC-BB99-475A-8121-BC14F318D79A}" destId="{56BD91D1-6D4C-489D-8C46-1D25ED092A0A}" srcOrd="11" destOrd="0" presId="urn:microsoft.com/office/officeart/2005/8/layout/list1"/>
    <dgm:cxn modelId="{CB660668-2655-4F3E-9812-1D04BF9BDB25}" type="presParOf" srcId="{558AE5EC-BB99-475A-8121-BC14F318D79A}" destId="{86AFA398-8D3B-468C-970B-EFF68B1A30E7}" srcOrd="12" destOrd="0" presId="urn:microsoft.com/office/officeart/2005/8/layout/list1"/>
    <dgm:cxn modelId="{87EBEA83-40EF-435B-B03B-A8A31E1CC619}" type="presParOf" srcId="{86AFA398-8D3B-468C-970B-EFF68B1A30E7}" destId="{A5D01048-D615-4FAB-A0F0-526D3E3909FA}" srcOrd="0" destOrd="0" presId="urn:microsoft.com/office/officeart/2005/8/layout/list1"/>
    <dgm:cxn modelId="{215122D5-137F-4CAA-A364-DC69ACDFBF74}" type="presParOf" srcId="{86AFA398-8D3B-468C-970B-EFF68B1A30E7}" destId="{F1A6AFF5-7F7B-4242-AA52-52620164E358}" srcOrd="1" destOrd="0" presId="urn:microsoft.com/office/officeart/2005/8/layout/list1"/>
    <dgm:cxn modelId="{877D3BB1-D4D7-4294-9C30-17D24A0E6750}" type="presParOf" srcId="{558AE5EC-BB99-475A-8121-BC14F318D79A}" destId="{18019AC3-BF96-496D-8F40-E208826175DF}" srcOrd="13" destOrd="0" presId="urn:microsoft.com/office/officeart/2005/8/layout/list1"/>
    <dgm:cxn modelId="{65DE99F0-5C9C-4553-9A54-658CC44228C4}" type="presParOf" srcId="{558AE5EC-BB99-475A-8121-BC14F318D79A}" destId="{564790BA-C286-4D0D-BA45-230BE8372377}" srcOrd="14" destOrd="0" presId="urn:microsoft.com/office/officeart/2005/8/layout/list1"/>
    <dgm:cxn modelId="{67185B52-6D08-4892-B5D2-F11157AD49B9}" type="presParOf" srcId="{558AE5EC-BB99-475A-8121-BC14F318D79A}" destId="{A7FE7DA1-0244-4A4B-8F52-A78606FC7967}" srcOrd="15" destOrd="0" presId="urn:microsoft.com/office/officeart/2005/8/layout/list1"/>
    <dgm:cxn modelId="{FCD62915-35E1-4EBB-809E-6F2DC7E59011}" type="presParOf" srcId="{558AE5EC-BB99-475A-8121-BC14F318D79A}" destId="{7603BBD4-D3EA-47EB-A7DE-876F37874737}" srcOrd="16" destOrd="0" presId="urn:microsoft.com/office/officeart/2005/8/layout/list1"/>
    <dgm:cxn modelId="{964554DC-ABB5-42DE-A080-5863726C9B10}" type="presParOf" srcId="{7603BBD4-D3EA-47EB-A7DE-876F37874737}" destId="{7A86AEFE-2F47-481F-ABED-BCD24E6E4069}" srcOrd="0" destOrd="0" presId="urn:microsoft.com/office/officeart/2005/8/layout/list1"/>
    <dgm:cxn modelId="{0C8E05A0-ED62-44EF-85D4-55A5EF486F4A}" type="presParOf" srcId="{7603BBD4-D3EA-47EB-A7DE-876F37874737}" destId="{6508681F-4A08-47B7-89C4-10620BA04DB7}" srcOrd="1" destOrd="0" presId="urn:microsoft.com/office/officeart/2005/8/layout/list1"/>
    <dgm:cxn modelId="{4066C664-E195-4C72-BA73-520539C2CEC7}" type="presParOf" srcId="{558AE5EC-BB99-475A-8121-BC14F318D79A}" destId="{0D306E58-9A53-4A7C-875C-2964C87A84BE}" srcOrd="17" destOrd="0" presId="urn:microsoft.com/office/officeart/2005/8/layout/list1"/>
    <dgm:cxn modelId="{AEF325CA-AAEF-415B-8850-C6C7C26FE32F}" type="presParOf" srcId="{558AE5EC-BB99-475A-8121-BC14F318D79A}" destId="{1595EB95-5838-49E1-90D2-0AAF96931EC4}" srcOrd="18" destOrd="0" presId="urn:microsoft.com/office/officeart/2005/8/layout/list1"/>
    <dgm:cxn modelId="{366B60FD-4097-4F3A-BBD0-66E963FB1B36}" type="presParOf" srcId="{558AE5EC-BB99-475A-8121-BC14F318D79A}" destId="{07E5ED7D-51C6-4980-8EE3-DF142248F151}" srcOrd="19" destOrd="0" presId="urn:microsoft.com/office/officeart/2005/8/layout/list1"/>
    <dgm:cxn modelId="{0F0EC20D-874A-4072-B3F4-96EB99D1CA81}" type="presParOf" srcId="{558AE5EC-BB99-475A-8121-BC14F318D79A}" destId="{F058DB93-A804-4890-927D-22E9302AA07B}" srcOrd="20" destOrd="0" presId="urn:microsoft.com/office/officeart/2005/8/layout/list1"/>
    <dgm:cxn modelId="{A4466A49-20BB-4DEE-AA7F-A09F87CB1FC4}" type="presParOf" srcId="{F058DB93-A804-4890-927D-22E9302AA07B}" destId="{BED59204-9A63-4E92-8D5E-225E157834D2}" srcOrd="0" destOrd="0" presId="urn:microsoft.com/office/officeart/2005/8/layout/list1"/>
    <dgm:cxn modelId="{90F980F3-A623-43F8-8331-4347B447FEB4}" type="presParOf" srcId="{F058DB93-A804-4890-927D-22E9302AA07B}" destId="{3ED5EDD1-9A5F-4E8D-A8F6-694A13BE4BF5}" srcOrd="1" destOrd="0" presId="urn:microsoft.com/office/officeart/2005/8/layout/list1"/>
    <dgm:cxn modelId="{8FB7CD4C-0098-433A-8770-F5A401D7A913}" type="presParOf" srcId="{558AE5EC-BB99-475A-8121-BC14F318D79A}" destId="{74F09AA8-B55A-42C6-BFAE-22F57C6E0732}" srcOrd="21" destOrd="0" presId="urn:microsoft.com/office/officeart/2005/8/layout/list1"/>
    <dgm:cxn modelId="{C1D47F11-D0D8-4CEB-82C0-858354BD4014}" type="presParOf" srcId="{558AE5EC-BB99-475A-8121-BC14F318D79A}" destId="{60C094C8-AFB4-4511-9928-3991F2670A7C}" srcOrd="22" destOrd="0" presId="urn:microsoft.com/office/officeart/2005/8/layout/list1"/>
    <dgm:cxn modelId="{5931A141-762C-426A-9D4D-D2F9E23BD270}" type="presParOf" srcId="{558AE5EC-BB99-475A-8121-BC14F318D79A}" destId="{6CCA611B-FCC3-4C0F-8DBF-822A77DFCE67}" srcOrd="23" destOrd="0" presId="urn:microsoft.com/office/officeart/2005/8/layout/list1"/>
    <dgm:cxn modelId="{5D6BB517-AB83-4C55-81AD-EC6D2A2176F9}" type="presParOf" srcId="{558AE5EC-BB99-475A-8121-BC14F318D79A}" destId="{6049ECE0-E455-4407-8C4F-FC77EDDD7416}" srcOrd="24" destOrd="0" presId="urn:microsoft.com/office/officeart/2005/8/layout/list1"/>
    <dgm:cxn modelId="{03857000-2B50-4E2D-BBAD-587411A14C31}" type="presParOf" srcId="{6049ECE0-E455-4407-8C4F-FC77EDDD7416}" destId="{85B089B8-C2A2-4225-B0F7-1A256120D58F}" srcOrd="0" destOrd="0" presId="urn:microsoft.com/office/officeart/2005/8/layout/list1"/>
    <dgm:cxn modelId="{1CE03F10-EF68-423C-A6F7-007CECB5EEA7}" type="presParOf" srcId="{6049ECE0-E455-4407-8C4F-FC77EDDD7416}" destId="{D8BD7152-4588-4E3D-8A96-37755D6FBB38}" srcOrd="1" destOrd="0" presId="urn:microsoft.com/office/officeart/2005/8/layout/list1"/>
    <dgm:cxn modelId="{0F73C05B-724F-4822-AAD7-1F7B056EADDF}" type="presParOf" srcId="{558AE5EC-BB99-475A-8121-BC14F318D79A}" destId="{80FEDC6C-B131-45B9-B37E-DF88DCECB83A}" srcOrd="25" destOrd="0" presId="urn:microsoft.com/office/officeart/2005/8/layout/list1"/>
    <dgm:cxn modelId="{F931B2F3-3BA7-4219-9D55-7EAB402FD627}" type="presParOf" srcId="{558AE5EC-BB99-475A-8121-BC14F318D79A}" destId="{E63863BD-B396-46A1-BB88-F01BFF233E0B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37075E-F956-4A0E-A2FE-DA2D2C12D830}">
      <dsp:nvSpPr>
        <dsp:cNvPr id="0" name=""/>
        <dsp:cNvSpPr/>
      </dsp:nvSpPr>
      <dsp:spPr>
        <a:xfrm>
          <a:off x="0" y="105244"/>
          <a:ext cx="6403994" cy="55165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Large readable fonts</a:t>
          </a:r>
          <a:endParaRPr lang="en-US" sz="2300" kern="1200"/>
        </a:p>
      </dsp:txBody>
      <dsp:txXfrm>
        <a:off x="26930" y="132174"/>
        <a:ext cx="6350134" cy="497795"/>
      </dsp:txXfrm>
    </dsp:sp>
    <dsp:sp modelId="{4CEBAFAC-386D-4849-98A2-9C2A017378BB}">
      <dsp:nvSpPr>
        <dsp:cNvPr id="0" name=""/>
        <dsp:cNvSpPr/>
      </dsp:nvSpPr>
      <dsp:spPr>
        <a:xfrm>
          <a:off x="0" y="723139"/>
          <a:ext cx="6403994" cy="551655"/>
        </a:xfrm>
        <a:prstGeom prst="roundRect">
          <a:avLst/>
        </a:prstGeom>
        <a:gradFill rotWithShape="0">
          <a:gsLst>
            <a:gs pos="0">
              <a:schemeClr val="accent5">
                <a:hueOff val="-147318"/>
                <a:satOff val="-1717"/>
                <a:lumOff val="-308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-147318"/>
                <a:satOff val="-1717"/>
                <a:lumOff val="-308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High contrast color mode</a:t>
          </a:r>
          <a:endParaRPr lang="en-US" sz="2300" kern="1200"/>
        </a:p>
      </dsp:txBody>
      <dsp:txXfrm>
        <a:off x="26930" y="750069"/>
        <a:ext cx="6350134" cy="497795"/>
      </dsp:txXfrm>
    </dsp:sp>
    <dsp:sp modelId="{819A3600-41D3-4BA3-ABEE-AFA53494439F}">
      <dsp:nvSpPr>
        <dsp:cNvPr id="0" name=""/>
        <dsp:cNvSpPr/>
      </dsp:nvSpPr>
      <dsp:spPr>
        <a:xfrm>
          <a:off x="0" y="1341034"/>
          <a:ext cx="6403994" cy="551655"/>
        </a:xfrm>
        <a:prstGeom prst="roundRect">
          <a:avLst/>
        </a:prstGeom>
        <a:gradFill rotWithShape="0">
          <a:gsLst>
            <a:gs pos="0">
              <a:schemeClr val="accent5">
                <a:hueOff val="-294635"/>
                <a:satOff val="-3433"/>
                <a:lumOff val="-617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-294635"/>
                <a:satOff val="-3433"/>
                <a:lumOff val="-617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Dark mode option</a:t>
          </a:r>
          <a:endParaRPr lang="en-US" sz="2300" kern="1200"/>
        </a:p>
      </dsp:txBody>
      <dsp:txXfrm>
        <a:off x="26930" y="1367964"/>
        <a:ext cx="6350134" cy="497795"/>
      </dsp:txXfrm>
    </dsp:sp>
    <dsp:sp modelId="{193BB24E-CE13-455B-9A02-DCED71B98F21}">
      <dsp:nvSpPr>
        <dsp:cNvPr id="0" name=""/>
        <dsp:cNvSpPr/>
      </dsp:nvSpPr>
      <dsp:spPr>
        <a:xfrm>
          <a:off x="0" y="1958929"/>
          <a:ext cx="6403994" cy="551655"/>
        </a:xfrm>
        <a:prstGeom prst="roundRect">
          <a:avLst/>
        </a:prstGeom>
        <a:gradFill rotWithShape="0">
          <a:gsLst>
            <a:gs pos="0">
              <a:schemeClr val="accent5">
                <a:hueOff val="-441953"/>
                <a:satOff val="-5150"/>
                <a:lumOff val="-925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-441953"/>
                <a:satOff val="-5150"/>
                <a:lumOff val="-925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Screen reader support</a:t>
          </a:r>
          <a:endParaRPr lang="en-US" sz="2300" kern="1200"/>
        </a:p>
      </dsp:txBody>
      <dsp:txXfrm>
        <a:off x="26930" y="1985859"/>
        <a:ext cx="6350134" cy="497795"/>
      </dsp:txXfrm>
    </dsp:sp>
    <dsp:sp modelId="{55F4E0A4-80C0-434F-A4BC-1FAA1CC23158}">
      <dsp:nvSpPr>
        <dsp:cNvPr id="0" name=""/>
        <dsp:cNvSpPr/>
      </dsp:nvSpPr>
      <dsp:spPr>
        <a:xfrm>
          <a:off x="0" y="2576824"/>
          <a:ext cx="6403994" cy="551655"/>
        </a:xfrm>
        <a:prstGeom prst="roundRect">
          <a:avLst/>
        </a:prstGeom>
        <a:gradFill rotWithShape="0">
          <a:gsLst>
            <a:gs pos="0">
              <a:schemeClr val="accent5">
                <a:hueOff val="-589270"/>
                <a:satOff val="-6867"/>
                <a:lumOff val="-1233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-589270"/>
                <a:satOff val="-6867"/>
                <a:lumOff val="-1233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Simple navigation layout</a:t>
          </a:r>
          <a:endParaRPr lang="en-US" sz="2300" kern="1200"/>
        </a:p>
      </dsp:txBody>
      <dsp:txXfrm>
        <a:off x="26930" y="2603754"/>
        <a:ext cx="6350134" cy="497795"/>
      </dsp:txXfrm>
    </dsp:sp>
    <dsp:sp modelId="{F8C7C6B1-2251-4C4A-AE19-88A6FFAC1C66}">
      <dsp:nvSpPr>
        <dsp:cNvPr id="0" name=""/>
        <dsp:cNvSpPr/>
      </dsp:nvSpPr>
      <dsp:spPr>
        <a:xfrm>
          <a:off x="0" y="3194719"/>
          <a:ext cx="6403994" cy="551655"/>
        </a:xfrm>
        <a:prstGeom prst="roundRect">
          <a:avLst/>
        </a:prstGeom>
        <a:gradFill rotWithShape="0">
          <a:gsLst>
            <a:gs pos="0">
              <a:schemeClr val="accent5">
                <a:hueOff val="-736588"/>
                <a:satOff val="-8584"/>
                <a:lumOff val="-1541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-736588"/>
                <a:satOff val="-8584"/>
                <a:lumOff val="-1541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Clear button labels</a:t>
          </a:r>
          <a:endParaRPr lang="en-US" sz="2300" kern="1200"/>
        </a:p>
      </dsp:txBody>
      <dsp:txXfrm>
        <a:off x="26930" y="3221649"/>
        <a:ext cx="6350134" cy="497795"/>
      </dsp:txXfrm>
    </dsp:sp>
    <dsp:sp modelId="{479460F3-CCE0-42FD-A08B-656DCAE48F2C}">
      <dsp:nvSpPr>
        <dsp:cNvPr id="0" name=""/>
        <dsp:cNvSpPr/>
      </dsp:nvSpPr>
      <dsp:spPr>
        <a:xfrm>
          <a:off x="0" y="3812614"/>
          <a:ext cx="6403994" cy="551655"/>
        </a:xfrm>
        <a:prstGeom prst="roundRect">
          <a:avLst/>
        </a:prstGeom>
        <a:gradFill rotWithShape="0">
          <a:gsLst>
            <a:gs pos="0">
              <a:schemeClr val="accent5">
                <a:hueOff val="-883905"/>
                <a:satOff val="-10300"/>
                <a:lumOff val="-185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-883905"/>
                <a:satOff val="-10300"/>
                <a:lumOff val="-185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Alternative text for animations</a:t>
          </a:r>
          <a:endParaRPr lang="en-US" sz="2300" kern="1200"/>
        </a:p>
      </dsp:txBody>
      <dsp:txXfrm>
        <a:off x="26930" y="3839544"/>
        <a:ext cx="6350134" cy="497795"/>
      </dsp:txXfrm>
    </dsp:sp>
    <dsp:sp modelId="{3C41E501-3941-4920-9056-DDE4A60BB707}">
      <dsp:nvSpPr>
        <dsp:cNvPr id="0" name=""/>
        <dsp:cNvSpPr/>
      </dsp:nvSpPr>
      <dsp:spPr>
        <a:xfrm>
          <a:off x="0" y="4430509"/>
          <a:ext cx="6403994" cy="551655"/>
        </a:xfrm>
        <a:prstGeom prst="roundRect">
          <a:avLst/>
        </a:prstGeom>
        <a:gradFill rotWithShape="0">
          <a:gsLst>
            <a:gs pos="0">
              <a:schemeClr val="accent5">
                <a:hueOff val="-1031223"/>
                <a:satOff val="-12017"/>
                <a:lumOff val="-2158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-1031223"/>
                <a:satOff val="-12017"/>
                <a:lumOff val="-2158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Adjustable notification settings</a:t>
          </a:r>
          <a:endParaRPr lang="en-US" sz="2300" kern="1200"/>
        </a:p>
      </dsp:txBody>
      <dsp:txXfrm>
        <a:off x="26930" y="4457439"/>
        <a:ext cx="6350134" cy="4977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25FCAC-ED72-4357-BCC7-62C354A3584B}">
      <dsp:nvSpPr>
        <dsp:cNvPr id="0" name=""/>
        <dsp:cNvSpPr/>
      </dsp:nvSpPr>
      <dsp:spPr>
        <a:xfrm>
          <a:off x="0" y="463072"/>
          <a:ext cx="6290226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A65139-CD8F-4E19-8CFD-36DB8A4C5710}">
      <dsp:nvSpPr>
        <dsp:cNvPr id="0" name=""/>
        <dsp:cNvSpPr/>
      </dsp:nvSpPr>
      <dsp:spPr>
        <a:xfrm>
          <a:off x="314511" y="226912"/>
          <a:ext cx="440315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29" tIns="0" rIns="1664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Passwords encrypted using BCrypt</a:t>
          </a:r>
          <a:endParaRPr lang="en-US" sz="1600" kern="1200"/>
        </a:p>
      </dsp:txBody>
      <dsp:txXfrm>
        <a:off x="337568" y="249969"/>
        <a:ext cx="4357044" cy="426206"/>
      </dsp:txXfrm>
    </dsp:sp>
    <dsp:sp modelId="{3287B64A-F568-4B5C-B225-ADB62A6278CA}">
      <dsp:nvSpPr>
        <dsp:cNvPr id="0" name=""/>
        <dsp:cNvSpPr/>
      </dsp:nvSpPr>
      <dsp:spPr>
        <a:xfrm>
          <a:off x="0" y="1188832"/>
          <a:ext cx="6290226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847075-5589-4710-9F8C-8A0868567A81}">
      <dsp:nvSpPr>
        <dsp:cNvPr id="0" name=""/>
        <dsp:cNvSpPr/>
      </dsp:nvSpPr>
      <dsp:spPr>
        <a:xfrm>
          <a:off x="314511" y="952672"/>
          <a:ext cx="440315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29" tIns="0" rIns="1664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JWT authentication</a:t>
          </a:r>
          <a:endParaRPr lang="en-US" sz="1600" kern="1200"/>
        </a:p>
      </dsp:txBody>
      <dsp:txXfrm>
        <a:off x="337568" y="975729"/>
        <a:ext cx="4357044" cy="426206"/>
      </dsp:txXfrm>
    </dsp:sp>
    <dsp:sp modelId="{081910C6-4745-4570-955D-F598CCF2D1C9}">
      <dsp:nvSpPr>
        <dsp:cNvPr id="0" name=""/>
        <dsp:cNvSpPr/>
      </dsp:nvSpPr>
      <dsp:spPr>
        <a:xfrm>
          <a:off x="0" y="1914592"/>
          <a:ext cx="6290226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7729F8-9471-4074-BB90-11E6598616D3}">
      <dsp:nvSpPr>
        <dsp:cNvPr id="0" name=""/>
        <dsp:cNvSpPr/>
      </dsp:nvSpPr>
      <dsp:spPr>
        <a:xfrm>
          <a:off x="314511" y="1678432"/>
          <a:ext cx="440315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29" tIns="0" rIns="1664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Input validation to prevent SQL Injection</a:t>
          </a:r>
          <a:endParaRPr lang="en-US" sz="1600" kern="1200"/>
        </a:p>
      </dsp:txBody>
      <dsp:txXfrm>
        <a:off x="337568" y="1701489"/>
        <a:ext cx="4357044" cy="426206"/>
      </dsp:txXfrm>
    </dsp:sp>
    <dsp:sp modelId="{564790BA-C286-4D0D-BA45-230BE8372377}">
      <dsp:nvSpPr>
        <dsp:cNvPr id="0" name=""/>
        <dsp:cNvSpPr/>
      </dsp:nvSpPr>
      <dsp:spPr>
        <a:xfrm>
          <a:off x="0" y="2640352"/>
          <a:ext cx="6290226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A6AFF5-7F7B-4242-AA52-52620164E358}">
      <dsp:nvSpPr>
        <dsp:cNvPr id="0" name=""/>
        <dsp:cNvSpPr/>
      </dsp:nvSpPr>
      <dsp:spPr>
        <a:xfrm>
          <a:off x="314511" y="2404192"/>
          <a:ext cx="440315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29" tIns="0" rIns="1664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CSRF protection enabled</a:t>
          </a:r>
          <a:endParaRPr lang="en-US" sz="1600" kern="1200"/>
        </a:p>
      </dsp:txBody>
      <dsp:txXfrm>
        <a:off x="337568" y="2427249"/>
        <a:ext cx="4357044" cy="426206"/>
      </dsp:txXfrm>
    </dsp:sp>
    <dsp:sp modelId="{1595EB95-5838-49E1-90D2-0AAF96931EC4}">
      <dsp:nvSpPr>
        <dsp:cNvPr id="0" name=""/>
        <dsp:cNvSpPr/>
      </dsp:nvSpPr>
      <dsp:spPr>
        <a:xfrm>
          <a:off x="0" y="3366112"/>
          <a:ext cx="6290226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08681F-4A08-47B7-89C4-10620BA04DB7}">
      <dsp:nvSpPr>
        <dsp:cNvPr id="0" name=""/>
        <dsp:cNvSpPr/>
      </dsp:nvSpPr>
      <dsp:spPr>
        <a:xfrm>
          <a:off x="314511" y="3129952"/>
          <a:ext cx="440315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29" tIns="0" rIns="1664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HTTPS required</a:t>
          </a:r>
          <a:endParaRPr lang="en-US" sz="1600" kern="1200"/>
        </a:p>
      </dsp:txBody>
      <dsp:txXfrm>
        <a:off x="337568" y="3153009"/>
        <a:ext cx="4357044" cy="426206"/>
      </dsp:txXfrm>
    </dsp:sp>
    <dsp:sp modelId="{60C094C8-AFB4-4511-9928-3991F2670A7C}">
      <dsp:nvSpPr>
        <dsp:cNvPr id="0" name=""/>
        <dsp:cNvSpPr/>
      </dsp:nvSpPr>
      <dsp:spPr>
        <a:xfrm>
          <a:off x="0" y="4091872"/>
          <a:ext cx="6290226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5EDD1-9A5F-4E8D-A8F6-694A13BE4BF5}">
      <dsp:nvSpPr>
        <dsp:cNvPr id="0" name=""/>
        <dsp:cNvSpPr/>
      </dsp:nvSpPr>
      <dsp:spPr>
        <a:xfrm>
          <a:off x="314511" y="3855712"/>
          <a:ext cx="440315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29" tIns="0" rIns="1664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Role-based authorization</a:t>
          </a:r>
          <a:endParaRPr lang="en-US" sz="1600" kern="1200"/>
        </a:p>
      </dsp:txBody>
      <dsp:txXfrm>
        <a:off x="337568" y="3878769"/>
        <a:ext cx="4357044" cy="426206"/>
      </dsp:txXfrm>
    </dsp:sp>
    <dsp:sp modelId="{E63863BD-B396-46A1-BB88-F01BFF233E0B}">
      <dsp:nvSpPr>
        <dsp:cNvPr id="0" name=""/>
        <dsp:cNvSpPr/>
      </dsp:nvSpPr>
      <dsp:spPr>
        <a:xfrm>
          <a:off x="0" y="4817632"/>
          <a:ext cx="6290226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BD7152-4588-4E3D-8A96-37755D6FBB38}">
      <dsp:nvSpPr>
        <dsp:cNvPr id="0" name=""/>
        <dsp:cNvSpPr/>
      </dsp:nvSpPr>
      <dsp:spPr>
        <a:xfrm>
          <a:off x="314511" y="4581472"/>
          <a:ext cx="440315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29" tIns="0" rIns="1664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Rate limiting on API endpoints</a:t>
          </a:r>
          <a:endParaRPr lang="en-US" sz="1600" kern="1200"/>
        </a:p>
      </dsp:txBody>
      <dsp:txXfrm>
        <a:off x="337568" y="4604529"/>
        <a:ext cx="4357044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C030C-1BB9-CD47-8553-314EAD3049A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0D9B1-F3D9-3F44-9B14-34170268C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49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D9B1-F3D9-3F44-9B14-34170268C4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3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D9B1-F3D9-3F44-9B14-34170268C4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7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D9B1-F3D9-3F44-9B14-34170268C4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24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D9B1-F3D9-3F44-9B14-34170268C4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16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0D9B1-F3D9-3F44-9B14-34170268C4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37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93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22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31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5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81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1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5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21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6802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72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23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31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30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02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31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9" r:id="rId1"/>
    <p:sldLayoutId id="2147484040" r:id="rId2"/>
    <p:sldLayoutId id="2147484041" r:id="rId3"/>
    <p:sldLayoutId id="2147484042" r:id="rId4"/>
    <p:sldLayoutId id="2147484043" r:id="rId5"/>
    <p:sldLayoutId id="2147484044" r:id="rId6"/>
    <p:sldLayoutId id="2147484045" r:id="rId7"/>
    <p:sldLayoutId id="2147484046" r:id="rId8"/>
    <p:sldLayoutId id="2147484047" r:id="rId9"/>
    <p:sldLayoutId id="2147484048" r:id="rId10"/>
    <p:sldLayoutId id="2147484049" r:id="rId11"/>
    <p:sldLayoutId id="2147484050" r:id="rId12"/>
    <p:sldLayoutId id="2147484051" r:id="rId13"/>
    <p:sldLayoutId id="2147484052" r:id="rId14"/>
    <p:sldLayoutId id="2147484053" r:id="rId15"/>
    <p:sldLayoutId id="2147484054" r:id="rId16"/>
    <p:sldLayoutId id="214748405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1D6B5-5F10-0CB3-B5FB-163113E53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0244" y="3075089"/>
            <a:ext cx="6938309" cy="221068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1" u="sng" dirty="0">
                <a:latin typeface="Abadi" panose="020B0604020104020204" pitchFamily="34" charset="0"/>
              </a:rPr>
              <a:t>Team Run</a:t>
            </a:r>
            <a:br>
              <a:rPr lang="en-US" sz="3200" b="1" u="sng" dirty="0">
                <a:latin typeface="Abadi" panose="020B0604020104020204" pitchFamily="34" charset="0"/>
              </a:rPr>
            </a:br>
            <a:r>
              <a:rPr lang="en-US" sz="3200" b="1" u="sng" dirty="0">
                <a:latin typeface="Abadi" panose="020B0604020104020204" pitchFamily="34" charset="0"/>
              </a:rPr>
              <a:t>Group Members-</a:t>
            </a:r>
            <a:br>
              <a:rPr lang="en-US" sz="3200" b="1" dirty="0">
                <a:latin typeface="Abadi" panose="020B0604020104020204" pitchFamily="34" charset="0"/>
              </a:rPr>
            </a:br>
            <a:r>
              <a:rPr lang="en-US" sz="3200" b="1" dirty="0">
                <a:latin typeface="Abadi" panose="020B0604020104020204" pitchFamily="34" charset="0"/>
              </a:rPr>
              <a:t>1. Daniel Herrera</a:t>
            </a:r>
            <a:br>
              <a:rPr lang="en-US" sz="3200" b="1" dirty="0">
                <a:latin typeface="Abadi" panose="020B0604020104020204" pitchFamily="34" charset="0"/>
              </a:rPr>
            </a:br>
            <a:r>
              <a:rPr lang="en-US" sz="3200" b="1" dirty="0">
                <a:latin typeface="Abadi" panose="020B0604020104020204" pitchFamily="34" charset="0"/>
              </a:rPr>
              <a:t>2. Carlos Martinez</a:t>
            </a:r>
            <a:br>
              <a:rPr lang="en-US" sz="3200" b="1" dirty="0">
                <a:latin typeface="Abadi" panose="020B0604020104020204" pitchFamily="34" charset="0"/>
              </a:rPr>
            </a:br>
            <a:r>
              <a:rPr lang="en-US" sz="3200" b="1" dirty="0">
                <a:latin typeface="Abadi" panose="020B0604020104020204" pitchFamily="34" charset="0"/>
              </a:rPr>
              <a:t>3. Anthony Jimenez</a:t>
            </a:r>
            <a:br>
              <a:rPr lang="en-US" sz="3200" b="1" dirty="0">
                <a:latin typeface="Abadi" panose="020B0604020104020204" pitchFamily="34" charset="0"/>
              </a:rPr>
            </a:br>
            <a:r>
              <a:rPr lang="en-US" sz="3200" b="1" dirty="0">
                <a:latin typeface="Abadi" panose="020B0604020104020204" pitchFamily="34" charset="0"/>
              </a:rPr>
              <a:t>4. Harut </a:t>
            </a:r>
            <a:r>
              <a:rPr lang="en-US" sz="3200" b="1" dirty="0" err="1">
                <a:latin typeface="Abadi" panose="020B0604020104020204" pitchFamily="34" charset="0"/>
              </a:rPr>
              <a:t>Kulakchian</a:t>
            </a:r>
            <a:br>
              <a:rPr lang="en-US" sz="3200" b="1" dirty="0">
                <a:latin typeface="Abadi" panose="020B0604020104020204" pitchFamily="34" charset="0"/>
              </a:rPr>
            </a:br>
            <a:r>
              <a:rPr lang="en-US" sz="3200" b="1" dirty="0">
                <a:latin typeface="Abadi" panose="020B0604020104020204" pitchFamily="34" charset="0"/>
              </a:rPr>
              <a:t>5. Osbaldo Bravo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26E2FCA-2334-7870-7F77-13637E4D1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1D9880-5785-ABF7-D000-421E17628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93" y="1370453"/>
            <a:ext cx="4401164" cy="39153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588691-4121-9581-E619-75A534084D71}"/>
              </a:ext>
            </a:extLst>
          </p:cNvPr>
          <p:cNvSpPr txBox="1"/>
          <p:nvPr/>
        </p:nvSpPr>
        <p:spPr>
          <a:xfrm>
            <a:off x="7770754" y="403210"/>
            <a:ext cx="40677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Tool Name-   </a:t>
            </a:r>
            <a:r>
              <a:rPr lang="en-US" dirty="0"/>
              <a:t>Workout RPG Tracker </a:t>
            </a:r>
            <a:r>
              <a:rPr lang="en-US" b="1" dirty="0"/>
              <a:t>Team Name- </a:t>
            </a:r>
            <a:r>
              <a:rPr lang="en-US" dirty="0"/>
              <a:t>RUN</a:t>
            </a:r>
          </a:p>
          <a:p>
            <a:r>
              <a:rPr lang="en-US" b="1" dirty="0"/>
              <a:t>API Name-     </a:t>
            </a:r>
            <a:r>
              <a:rPr lang="en-US" dirty="0"/>
              <a:t>HealthKit / Google Fit (Primary) Alternate APIs (For Future Use): Fitbit API, Garmin API</a:t>
            </a:r>
          </a:p>
        </p:txBody>
      </p:sp>
    </p:spTree>
    <p:extLst>
      <p:ext uri="{BB962C8B-B14F-4D97-AF65-F5344CB8AC3E}">
        <p14:creationId xmlns:p14="http://schemas.microsoft.com/office/powerpoint/2010/main" val="49930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F529F-70E7-C186-EDB4-AC71091BA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923" y="538749"/>
            <a:ext cx="5238526" cy="1223983"/>
          </a:xfrm>
        </p:spPr>
        <p:txBody>
          <a:bodyPr>
            <a:normAutofit/>
          </a:bodyPr>
          <a:lstStyle/>
          <a:p>
            <a:r>
              <a:rPr lang="en-US" b="1" dirty="0"/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2C700-6226-3F01-D42E-EC509ED83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0856" y="2301481"/>
            <a:ext cx="6987312" cy="4556519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Workout RPG Tracker is a fitness tracking web/mobile application that combines workout logging with role-playing game mechanics. Users log exercises such as pushups, squats, pull-ups, and hydration intake. Each activity updates character stats in real time.</a:t>
            </a:r>
          </a:p>
          <a:p>
            <a:r>
              <a:rPr lang="en-US" sz="2400" dirty="0"/>
              <a:t>The application connects to wearable APIs (HealthKit / Google Fit) to retrieve heart rate and activity data. Logged workouts increase character attributes like strength, stamina, and agility.</a:t>
            </a:r>
          </a:p>
          <a:p>
            <a:r>
              <a:rPr lang="en-US" sz="2400" dirty="0"/>
              <a:t>The system stores user data securely, calculates experience points (XP), and unlocks features such as boss battles, raids, customization, and progression zones based on consistency and performance.</a:t>
            </a:r>
          </a:p>
          <a:p>
            <a:r>
              <a:rPr lang="en-US" sz="2400" dirty="0"/>
              <a:t>The goal is to increase workout motivation through a game while maintaining real fitness tracking accuracy.</a:t>
            </a:r>
          </a:p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EE6ABB2-FF29-2B34-FDE3-5B8A3B06AA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51075" y="0"/>
            <a:ext cx="7688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1CC4F8-566B-D903-8083-99234C462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533" y="538749"/>
            <a:ext cx="2990899" cy="28578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2535CF-AB2E-2D36-DC53-07FD020E2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532" y="3787770"/>
            <a:ext cx="2990900" cy="267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53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69AC-0CF3-A295-F998-BA0127817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010" y="271705"/>
            <a:ext cx="3874805" cy="1303867"/>
          </a:xfrm>
        </p:spPr>
        <p:txBody>
          <a:bodyPr/>
          <a:lstStyle/>
          <a:p>
            <a:r>
              <a:rPr lang="en-US" b="1" dirty="0"/>
              <a:t>System Roles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014A0-474A-B912-92CA-CC7B68FCE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4035" y="1367853"/>
            <a:ext cx="2946866" cy="576262"/>
          </a:xfrm>
        </p:spPr>
        <p:txBody>
          <a:bodyPr/>
          <a:lstStyle/>
          <a:p>
            <a:r>
              <a:rPr lang="en-US" dirty="0"/>
              <a:t>User (Player)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5249B44-A2C1-A90B-2E32-048580C9F2E0}"/>
              </a:ext>
            </a:extLst>
          </p:cNvPr>
          <p:cNvSpPr>
            <a:spLocks noGrp="1" noChangeArrowheads="1"/>
          </p:cNvSpPr>
          <p:nvPr>
            <p:ph type="body" sz="half" idx="15"/>
          </p:nvPr>
        </p:nvSpPr>
        <p:spPr bwMode="auto">
          <a:xfrm>
            <a:off x="-1" y="2280119"/>
            <a:ext cx="374090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account and logs 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Logs workouts and hydration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Connects smartwatch or fitness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Customizes character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Participates in raids and boss battles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6DE75-4F7F-FF31-A575-5F3DEC3C3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948480" y="1272082"/>
            <a:ext cx="3025756" cy="765462"/>
          </a:xfrm>
        </p:spPr>
        <p:txBody>
          <a:bodyPr/>
          <a:lstStyle/>
          <a:p>
            <a:r>
              <a:rPr lang="en-US" dirty="0"/>
              <a:t>Application System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3FFFE113-CCC9-1DA6-0E45-E8C7BBEAE170}"/>
              </a:ext>
            </a:extLst>
          </p:cNvPr>
          <p:cNvSpPr>
            <a:spLocks noGrp="1" noChangeArrowheads="1"/>
          </p:cNvSpPr>
          <p:nvPr>
            <p:ph type="body" sz="half" idx="16"/>
          </p:nvPr>
        </p:nvSpPr>
        <p:spPr bwMode="auto">
          <a:xfrm>
            <a:off x="3854152" y="2228871"/>
            <a:ext cx="341717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Authenticates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and retrieves workout data from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XP and character stat increases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Syncs wearable data from APIs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Controls progression logic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3065B2-6257-7E38-31AA-C66CF8DF9F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19632" y="803305"/>
            <a:ext cx="3486684" cy="1158568"/>
          </a:xfrm>
        </p:spPr>
        <p:txBody>
          <a:bodyPr/>
          <a:lstStyle/>
          <a:p>
            <a:r>
              <a:rPr lang="en-US" dirty="0"/>
              <a:t>Game Engine / AI System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B7D4D489-9F97-7084-5D3C-6CB333F132EF}"/>
              </a:ext>
            </a:extLst>
          </p:cNvPr>
          <p:cNvSpPr>
            <a:spLocks noGrp="1" noChangeArrowheads="1"/>
          </p:cNvSpPr>
          <p:nvPr>
            <p:ph type="body" sz="half" idx="17"/>
          </p:nvPr>
        </p:nvSpPr>
        <p:spPr bwMode="auto">
          <a:xfrm>
            <a:off x="8119632" y="2280119"/>
            <a:ext cx="293624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Determines raid difficulty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boss battle outcomes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Applies stat multipliers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Triggers reward system</a:t>
            </a:r>
          </a:p>
        </p:txBody>
      </p:sp>
      <p:pic>
        <p:nvPicPr>
          <p:cNvPr id="9" name="Picture 8" descr="15eec089-8334-4133-9d45-de1bc7a4af55.png">
            <a:extLst>
              <a:ext uri="{FF2B5EF4-FFF2-40B4-BE49-F238E27FC236}">
                <a16:creationId xmlns:a16="http://schemas.microsoft.com/office/drawing/2014/main" id="{0172774C-10EE-366E-314F-08512CEA61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90" t="33315" r="8410" b="25569"/>
          <a:stretch>
            <a:fillRect/>
          </a:stretch>
        </p:blipFill>
        <p:spPr>
          <a:xfrm>
            <a:off x="239731" y="4311751"/>
            <a:ext cx="11712537" cy="221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0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BF9293-FE71-E13D-2DBB-4A042527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709" y="535247"/>
            <a:ext cx="4510994" cy="3446373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dirty="0"/>
              <a:t>Process Flow Chart</a:t>
            </a: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6621E27-B4D3-4EEA-8F4D-BB759FD24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5641" y="-1"/>
            <a:ext cx="5706359" cy="6434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DCD9119-A5D2-4D09-BCB2-70ABD368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74623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EE8D7FB-9BFC-518D-4F36-80BAAD2D4F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595" y="-1"/>
            <a:ext cx="4714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1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30FD700-069E-45B7-99EE-9FD40B196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0BD2399-7475-404C-BAC9-E55E16769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748104-6E76-4AD9-9940-82154F97E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DD6FEC-09C3-AF3A-16E1-FBE624463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14978" y="0"/>
            <a:ext cx="6649279" cy="66850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/>
              <a:t>Accessibility Design</a:t>
            </a:r>
          </a:p>
        </p:txBody>
      </p:sp>
      <p:graphicFrame>
        <p:nvGraphicFramePr>
          <p:cNvPr id="41" name="Text Placeholder 3">
            <a:extLst>
              <a:ext uri="{FF2B5EF4-FFF2-40B4-BE49-F238E27FC236}">
                <a16:creationId xmlns:a16="http://schemas.microsoft.com/office/drawing/2014/main" id="{E5A59324-C40B-2611-E3C3-EAC4596BA9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6944016"/>
              </p:ext>
            </p:extLst>
          </p:nvPr>
        </p:nvGraphicFramePr>
        <p:xfrm>
          <a:off x="4678344" y="1127125"/>
          <a:ext cx="6403994" cy="5087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4088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5A4AA0-B099-C2A5-C0D1-9E345C039FEF}"/>
              </a:ext>
            </a:extLst>
          </p:cNvPr>
          <p:cNvSpPr txBox="1"/>
          <p:nvPr/>
        </p:nvSpPr>
        <p:spPr>
          <a:xfrm>
            <a:off x="1396206" y="671030"/>
            <a:ext cx="6832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Development &amp; Deployment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75984E-C662-86C9-6C11-3E73AB47E07C}"/>
              </a:ext>
            </a:extLst>
          </p:cNvPr>
          <p:cNvSpPr txBox="1"/>
          <p:nvPr/>
        </p:nvSpPr>
        <p:spPr>
          <a:xfrm>
            <a:off x="1653801" y="2162845"/>
            <a:ext cx="68326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u="sng" dirty="0"/>
              <a:t>Development</a:t>
            </a:r>
            <a:r>
              <a:rPr lang="en-US" dirty="0"/>
              <a:t>: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Localhost testing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GitHub version control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Docker for containerization</a:t>
            </a:r>
          </a:p>
        </p:txBody>
      </p:sp>
      <p:pic>
        <p:nvPicPr>
          <p:cNvPr id="21" name="Graphic 20" descr="Cloud Computing">
            <a:extLst>
              <a:ext uri="{FF2B5EF4-FFF2-40B4-BE49-F238E27FC236}">
                <a16:creationId xmlns:a16="http://schemas.microsoft.com/office/drawing/2014/main" id="{24D0727B-73BA-CF4F-E36D-FA433758C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1238" y="1659923"/>
            <a:ext cx="3644962" cy="36449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14B5E5-F274-58A7-0861-5A22D0178067}"/>
              </a:ext>
            </a:extLst>
          </p:cNvPr>
          <p:cNvSpPr txBox="1"/>
          <p:nvPr/>
        </p:nvSpPr>
        <p:spPr>
          <a:xfrm>
            <a:off x="1763774" y="4352281"/>
            <a:ext cx="6097464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u="sng" dirty="0"/>
              <a:t>Deployment</a:t>
            </a:r>
            <a:r>
              <a:rPr lang="en-US" dirty="0"/>
              <a:t>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Hosted on AWS or Render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MySQL cloud database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HTTPS encryption enabled</a:t>
            </a:r>
          </a:p>
        </p:txBody>
      </p:sp>
    </p:spTree>
    <p:extLst>
      <p:ext uri="{BB962C8B-B14F-4D97-AF65-F5344CB8AC3E}">
        <p14:creationId xmlns:p14="http://schemas.microsoft.com/office/powerpoint/2010/main" val="1011200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1D2F9-F641-CC73-5E2D-F57B7664E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30FD700-069E-45B7-99EE-9FD40B196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 useBgFill="1">
        <p:nvSpPr>
          <p:cNvPr id="27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0892C7-4A5F-EC56-8B1E-13EC7EF29E44}"/>
              </a:ext>
            </a:extLst>
          </p:cNvPr>
          <p:cNvSpPr txBox="1"/>
          <p:nvPr/>
        </p:nvSpPr>
        <p:spPr>
          <a:xfrm>
            <a:off x="685800" y="1066163"/>
            <a:ext cx="3306744" cy="5148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cap="all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Security Design</a:t>
            </a:r>
          </a:p>
        </p:txBody>
      </p:sp>
      <p:graphicFrame>
        <p:nvGraphicFramePr>
          <p:cNvPr id="22" name="TextBox 3">
            <a:extLst>
              <a:ext uri="{FF2B5EF4-FFF2-40B4-BE49-F238E27FC236}">
                <a16:creationId xmlns:a16="http://schemas.microsoft.com/office/drawing/2014/main" id="{453A8D16-2C44-750B-5930-D4EC0965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2611894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174159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7" name="Picture 3086">
            <a:extLst>
              <a:ext uri="{FF2B5EF4-FFF2-40B4-BE49-F238E27FC236}">
                <a16:creationId xmlns:a16="http://schemas.microsoft.com/office/drawing/2014/main" id="{2E39533B-7DA3-4398-A7D8-AD6F1C3E3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3089" name="Rounded Rectangle 12">
            <a:extLst>
              <a:ext uri="{FF2B5EF4-FFF2-40B4-BE49-F238E27FC236}">
                <a16:creationId xmlns:a16="http://schemas.microsoft.com/office/drawing/2014/main" id="{54C8C95B-99E6-4867-8130-CBEAA0F4A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832474"/>
            <a:ext cx="2306523" cy="2202533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4AD07409-431A-1FE5-6635-08F3759D3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6922" y="1352027"/>
            <a:ext cx="1964278" cy="1163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1" name="Rounded Rectangle 17">
            <a:extLst>
              <a:ext uri="{FF2B5EF4-FFF2-40B4-BE49-F238E27FC236}">
                <a16:creationId xmlns:a16="http://schemas.microsoft.com/office/drawing/2014/main" id="{74A9FF2A-2CA7-49FB-9D56-0960B2EA3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3637" y="832474"/>
            <a:ext cx="2306523" cy="2202533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F2D93202-C090-A7C4-39C5-D2E0CAB1E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04759" y="1381287"/>
            <a:ext cx="1964278" cy="110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3" name="Rounded Rectangle 13">
            <a:extLst>
              <a:ext uri="{FF2B5EF4-FFF2-40B4-BE49-F238E27FC236}">
                <a16:creationId xmlns:a16="http://schemas.microsoft.com/office/drawing/2014/main" id="{E9A3C1CD-A5E8-442B-981A-DBCD4069A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3195751"/>
            <a:ext cx="4754360" cy="2861634"/>
          </a:xfrm>
          <a:prstGeom prst="roundRect">
            <a:avLst>
              <a:gd name="adj" fmla="val 2226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FE79E679-B210-DCF6-2A7B-79846CAD8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0083" y="3414975"/>
            <a:ext cx="4405793" cy="242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55538E-9BCE-1D3B-81D0-EC3620A9BC39}"/>
              </a:ext>
            </a:extLst>
          </p:cNvPr>
          <p:cNvSpPr txBox="1"/>
          <p:nvPr/>
        </p:nvSpPr>
        <p:spPr>
          <a:xfrm>
            <a:off x="6095998" y="2194560"/>
            <a:ext cx="5410201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b="1" i="0" u="sng" dirty="0">
                <a:effectLst/>
              </a:rPr>
              <a:t>Metrics &amp; Achievements</a:t>
            </a:r>
            <a:endParaRPr lang="en-US" b="0" dirty="0">
              <a:effectLst/>
            </a:endParaRPr>
          </a:p>
          <a:p>
            <a:pPr defTabSz="914400">
              <a:lnSpc>
                <a:spcPct val="90000"/>
              </a:lnSpc>
            </a:pPr>
            <a:br>
              <a:rPr lang="en-US" sz="1100" b="0" dirty="0">
                <a:effectLst/>
              </a:rPr>
            </a:br>
            <a:endParaRPr lang="en-US" sz="1400" b="0" dirty="0">
              <a:effectLst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effectLst/>
              </a:rPr>
              <a:t>Performance Comparison</a:t>
            </a:r>
            <a:endParaRPr lang="en-US" sz="1400" b="0" dirty="0">
              <a:effectLst/>
            </a:endParaRPr>
          </a:p>
          <a:p>
            <a:pPr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</a:rPr>
              <a:t>During testing, we noticed faster loading times and smoother updates around night compared to mornings.</a:t>
            </a:r>
            <a:endParaRPr lang="en-US" sz="1400" b="0" dirty="0">
              <a:effectLst/>
            </a:endParaRPr>
          </a:p>
          <a:p>
            <a:pPr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effectLst/>
              </a:rPr>
              <a:t>Response Time Improvement</a:t>
            </a:r>
            <a:endParaRPr lang="en-US" sz="1400" b="0" dirty="0">
              <a:effectLst/>
            </a:endParaRPr>
          </a:p>
          <a:p>
            <a:pPr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</a:rPr>
              <a:t>We monitored our deployed backend and saw consistent response activity with no crashes while sending multiple requests.</a:t>
            </a:r>
            <a:endParaRPr lang="en-US" sz="1400" b="0" dirty="0">
              <a:effectLst/>
            </a:endParaRPr>
          </a:p>
          <a:p>
            <a:pPr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effectLst/>
              </a:rPr>
              <a:t>Feature Implementation Rate</a:t>
            </a:r>
            <a:endParaRPr lang="en-US" sz="1400" b="0" dirty="0">
              <a:effectLst/>
            </a:endParaRPr>
          </a:p>
          <a:p>
            <a:pPr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</a:rPr>
              <a:t>We have the main features:</a:t>
            </a:r>
            <a:endParaRPr lang="en-US" sz="1400" b="0" dirty="0">
              <a:effectLst/>
            </a:endParaRPr>
          </a:p>
          <a:p>
            <a:pPr indent="-228600" defTabSz="914400" fontAlgn="bas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</a:rPr>
              <a:t>Account creation and login</a:t>
            </a:r>
          </a:p>
          <a:p>
            <a:pPr indent="-228600" defTabSz="9144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</a:rPr>
              <a:t>Secure user authentication</a:t>
            </a:r>
          </a:p>
          <a:p>
            <a:pPr indent="-228600" defTabSz="9144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</a:rPr>
              <a:t>Workout and water logging that saves to the database</a:t>
            </a:r>
          </a:p>
          <a:p>
            <a:pPr indent="-228600" defTabSz="9144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</a:rPr>
              <a:t>We focused on getting the core functionality done before moving on to extra features.</a:t>
            </a:r>
          </a:p>
        </p:txBody>
      </p:sp>
    </p:spTree>
    <p:extLst>
      <p:ext uri="{BB962C8B-B14F-4D97-AF65-F5344CB8AC3E}">
        <p14:creationId xmlns:p14="http://schemas.microsoft.com/office/powerpoint/2010/main" val="92515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039">
            <a:extLst>
              <a:ext uri="{FF2B5EF4-FFF2-40B4-BE49-F238E27FC236}">
                <a16:creationId xmlns:a16="http://schemas.microsoft.com/office/drawing/2014/main" id="{EC3BBC63-DC19-41B8-AB81-E30CC21AE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B6B2EE-2EAC-CAB3-31B1-CCDF50459623}"/>
              </a:ext>
            </a:extLst>
          </p:cNvPr>
          <p:cNvSpPr txBox="1"/>
          <p:nvPr/>
        </p:nvSpPr>
        <p:spPr>
          <a:xfrm>
            <a:off x="347869" y="2641820"/>
            <a:ext cx="6071461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u="sng" dirty="0"/>
              <a:t>View of The App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24AC5F1-40AC-C7D6-36C0-21C78C380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" r="3" b="3"/>
          <a:stretch>
            <a:fillRect/>
          </a:stretch>
        </p:blipFill>
        <p:spPr bwMode="auto">
          <a:xfrm>
            <a:off x="5068957" y="-1"/>
            <a:ext cx="7123043" cy="3347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8756A96-9DCF-03AB-27A2-D60170CDD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52" r="3" b="3"/>
          <a:stretch>
            <a:fillRect/>
          </a:stretch>
        </p:blipFill>
        <p:spPr bwMode="auto">
          <a:xfrm>
            <a:off x="5068957" y="3517547"/>
            <a:ext cx="7107131" cy="334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480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BF9E446-BE46-21C9-148E-D7C2DEB2B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751" y="-128685"/>
            <a:ext cx="14527446" cy="72451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570AF8-F7FA-8123-6E0C-B08A8CC37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058" y="0"/>
            <a:ext cx="3677163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17ACA3-E251-53AA-5959-A094B7343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053" y="371048"/>
            <a:ext cx="3801005" cy="61159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70053B-49C3-BFC9-6999-ECE55A653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027" y="-128685"/>
            <a:ext cx="2086266" cy="710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766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014C17A-C017-EDA1-0631-7F91DC477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3" y="-26580"/>
            <a:ext cx="12192000" cy="7133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318C4F-ED39-21C2-39AB-39008D719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294" y="17330"/>
            <a:ext cx="419258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A1F0AB-3982-230B-CB34-6615D83A1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165" y="1855438"/>
            <a:ext cx="3591426" cy="44392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68C29E-83DD-10AD-A9A7-D79E37420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994" y="0"/>
            <a:ext cx="4525006" cy="1302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DA880AA-7BAA-B298-EBFB-97466BE9A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652" y="-40449"/>
            <a:ext cx="2209946" cy="721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38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DC666B-DF9C-9818-4682-1ED61798D2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38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F7837-5B1C-62EB-2B25-9BF1766DC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930"/>
          </a:xfrm>
        </p:spPr>
        <p:txBody>
          <a:bodyPr/>
          <a:lstStyle/>
          <a:p>
            <a:r>
              <a:rPr lang="en-US" dirty="0"/>
              <a:t>User Stories: (examples)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0D7D1-B40D-6666-9366-5AE43125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03967"/>
            <a:ext cx="5208151" cy="48013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1. As someone who plays games and goes to the gym, I want a tracker that keeps me incentivized so that I stay consistently in the gym. </a:t>
            </a:r>
          </a:p>
          <a:p>
            <a:pPr marL="0" indent="0">
              <a:buNone/>
            </a:pPr>
            <a:r>
              <a:rPr lang="en-US" sz="18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Acceptance Criteria: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User can tie progress to an account.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User can let built-in software have 	certain permissions.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User can create a character. </a:t>
            </a:r>
          </a:p>
          <a:p>
            <a:pPr marL="0" indent="0">
              <a:buNone/>
            </a:pPr>
            <a:r>
              <a:rPr lang="en-US" sz="18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Tasks: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Create an account using 	email/password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Enable tracking permissions such as 	heart rate, steps, breathing, and water 	intake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Create and design a character in a 	design area 	UI </a:t>
            </a:r>
          </a:p>
          <a:p>
            <a:endParaRPr lang="en-US" sz="1800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508AF-3157-BA7A-510A-3E34CE733013}"/>
              </a:ext>
            </a:extLst>
          </p:cNvPr>
          <p:cNvSpPr txBox="1"/>
          <p:nvPr/>
        </p:nvSpPr>
        <p:spPr>
          <a:xfrm>
            <a:off x="6217143" y="1603968"/>
            <a:ext cx="532874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Century Gothic" panose="020B0502020202020204" pitchFamily="34" charset="0"/>
                <a:cs typeface="Times New Roman" panose="02020603050405020304" pitchFamily="18" charset="0"/>
              </a:rPr>
              <a:t>2. As someone who struggles with warming up, I want a plan that will have warm-ups that </a:t>
            </a:r>
          </a:p>
          <a:p>
            <a:r>
              <a:rPr lang="en-US" sz="1700" dirty="0">
                <a:latin typeface="Century Gothic" panose="020B0502020202020204" pitchFamily="34" charset="0"/>
                <a:cs typeface="Times New Roman" panose="02020603050405020304" pitchFamily="18" charset="0"/>
              </a:rPr>
              <a:t>will keep me engaged. </a:t>
            </a:r>
          </a:p>
          <a:p>
            <a:r>
              <a:rPr lang="en-US" sz="17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Acceptance Criteria: </a:t>
            </a:r>
          </a:p>
          <a:p>
            <a:r>
              <a:rPr lang="en-US" sz="17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User can choose a “Warm-Up” option </a:t>
            </a:r>
          </a:p>
          <a:p>
            <a:r>
              <a:rPr lang="en-US" sz="17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User can choose between set warm-ups 	or create their own </a:t>
            </a:r>
          </a:p>
          <a:p>
            <a:r>
              <a:rPr lang="en-US" sz="17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User can choose to display a timer or a 	video for the warm-ups chosen </a:t>
            </a:r>
          </a:p>
          <a:p>
            <a:r>
              <a:rPr lang="en-US" sz="17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User can see a character animation do it 	alongside him </a:t>
            </a:r>
          </a:p>
          <a:p>
            <a:r>
              <a:rPr lang="en-US" sz="17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Tasks: </a:t>
            </a:r>
          </a:p>
          <a:p>
            <a:r>
              <a:rPr lang="en-US" sz="17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Make a button that will lead to a set of 	warm-up options such as a light warm-up, or </a:t>
            </a:r>
          </a:p>
          <a:p>
            <a:r>
              <a:rPr lang="en-US" sz="17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heavy warm-up. </a:t>
            </a:r>
          </a:p>
          <a:p>
            <a:r>
              <a:rPr lang="en-US" sz="17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Will log the warm up and update stats 	accordingly </a:t>
            </a:r>
          </a:p>
          <a:p>
            <a:r>
              <a:rPr lang="en-US" sz="17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Displays the created character and 	animates the character doing the warm-ups </a:t>
            </a:r>
          </a:p>
          <a:p>
            <a:endParaRPr lang="en-US" sz="17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733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E1C94-F206-3B6A-6103-990B0D41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B050-2E80-2686-8133-0368CFE55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930"/>
          </a:xfrm>
        </p:spPr>
        <p:txBody>
          <a:bodyPr/>
          <a:lstStyle/>
          <a:p>
            <a:r>
              <a:rPr lang="en-US" dirty="0"/>
              <a:t>User Stories (Continued):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6CEDB-9D83-8467-AF68-055466A4B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244563"/>
            <a:ext cx="5609001" cy="521184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3. As someone who forgets to track my current workout, I want to be able to log my workout in a way that keeps me consistent and honest. </a:t>
            </a:r>
          </a:p>
          <a:p>
            <a:pPr marL="0" indent="0">
              <a:buNone/>
            </a:pPr>
            <a:r>
              <a:rPr lang="en-US" sz="14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Acceptance Criteria: </a:t>
            </a:r>
          </a:p>
          <a:p>
            <a:pPr marL="0" indent="0"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User can choose what body part </a:t>
            </a:r>
          </a:p>
          <a:p>
            <a:pPr marL="0" indent="0"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User can enter the number of repetitions and weight </a:t>
            </a:r>
          </a:p>
          <a:p>
            <a:pPr marL="0" indent="0"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User can see character stats increase as information is 	logged </a:t>
            </a:r>
          </a:p>
          <a:p>
            <a:pPr marL="0" indent="0"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User can see character do animations based on the 	workout </a:t>
            </a:r>
          </a:p>
          <a:p>
            <a:pPr marL="0" indent="0">
              <a:buNone/>
            </a:pPr>
            <a:r>
              <a:rPr lang="en-US" sz="14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Tasks</a:t>
            </a: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Have body parts listed that the user can choose from </a:t>
            </a:r>
          </a:p>
          <a:p>
            <a:pPr marL="0" indent="0"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Show workouts related to the body part that the user 	can 	choose from </a:t>
            </a:r>
          </a:p>
          <a:p>
            <a:pPr marL="0" indent="0">
              <a:buNone/>
            </a:pPr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Be able to enter a custom amount of repetitions 	and weights for the workout chosen </a:t>
            </a:r>
          </a:p>
          <a:p>
            <a:pPr marL="0" indent="0">
              <a:buNone/>
            </a:pPr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Play an animation of the character doing the 	workout chosen </a:t>
            </a:r>
          </a:p>
          <a:p>
            <a:pPr marL="0" indent="0"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e. Increase the body part stats for the created character 	based on the info that the user inputs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428A5-3724-A119-23FB-D001937C2BCE}"/>
              </a:ext>
            </a:extLst>
          </p:cNvPr>
          <p:cNvSpPr txBox="1"/>
          <p:nvPr/>
        </p:nvSpPr>
        <p:spPr>
          <a:xfrm>
            <a:off x="6264874" y="1193433"/>
            <a:ext cx="489327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4. As someone who struggles drinking enough water, I want to be able “game-</a:t>
            </a:r>
            <a:r>
              <a:rPr lang="en-US" sz="1600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ify</a:t>
            </a:r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” the task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so that I am no longer struggling with it </a:t>
            </a:r>
          </a:p>
          <a:p>
            <a:r>
              <a:rPr lang="en-US" sz="16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Acceptance Criteria: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a. User can choose a water intake option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b. User is able to choose the amount of water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c. User is able to see a water-intake progress bar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d. User can see the effect it has on character in raids/battles </a:t>
            </a:r>
          </a:p>
          <a:p>
            <a:r>
              <a:rPr lang="en-US" sz="16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Tasks: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a. Have a water icon displayed on screen that can be pressed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b. Show amounts of water (cups/bottles/ounces/etc.) that can be pressed and be able to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input an amount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c. Play an animation showing the progress bar filling up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d. Have and show battle buffs from the amount of water drank</a:t>
            </a:r>
            <a:endParaRPr lang="en-US" sz="1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32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4C9E1-F104-4F7C-D2D3-3B87C0828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C56F-1FAC-0FE1-FBB3-B025029A4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930"/>
          </a:xfrm>
        </p:spPr>
        <p:txBody>
          <a:bodyPr/>
          <a:lstStyle/>
          <a:p>
            <a:r>
              <a:rPr lang="en-US" dirty="0"/>
              <a:t>User Stories (Continued):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241AB-6C1A-415C-DEFA-57963D16A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03967"/>
            <a:ext cx="5208151" cy="48013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5. As someone who can struggle with going to the gym, I want to see how not going can affect my character so that I have incentive to go consistently </a:t>
            </a:r>
          </a:p>
          <a:p>
            <a:pPr marL="0" indent="0">
              <a:buNone/>
            </a:pPr>
            <a:r>
              <a:rPr lang="en-US" sz="18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Acceptance Criteria: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User can see stats lower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User can see chance of raid success 	lower </a:t>
            </a:r>
          </a:p>
          <a:p>
            <a:pPr marL="0" indent="0">
              <a:buNone/>
            </a:pPr>
            <a:r>
              <a:rPr lang="en-US" sz="18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Tasks: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Have a custom schedule and track if 	user did 	not go and lower stats accordingly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Show a raid success percentage and 	have it lower according to how many 	days/what type of day is missed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F63624-4C1E-7510-2ED7-B09DC3C08926}"/>
              </a:ext>
            </a:extLst>
          </p:cNvPr>
          <p:cNvSpPr txBox="1"/>
          <p:nvPr/>
        </p:nvSpPr>
        <p:spPr>
          <a:xfrm>
            <a:off x="6217143" y="1603968"/>
            <a:ext cx="532874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6. As someone who likes seeing consistency rewarded, I want a way to visualize my own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diligence so that I would want to keep going </a:t>
            </a:r>
          </a:p>
          <a:p>
            <a:r>
              <a:rPr lang="en-US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Acceptance Criteria: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User can see a 3/7/15/30 day 	consistency pop up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User can see a new map zone 	unlocked per each goal met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User can visually see the map unlock 	through an animation </a:t>
            </a:r>
          </a:p>
          <a:p>
            <a:r>
              <a:rPr lang="en-US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Tasks: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Create a pop up that displays on each 	goal achieved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Have zones blocked until each day-	streak is met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c. Display an animation for each zone 	unlocking that plays after achieving each 	goal </a:t>
            </a:r>
          </a:p>
        </p:txBody>
      </p:sp>
    </p:spTree>
    <p:extLst>
      <p:ext uri="{BB962C8B-B14F-4D97-AF65-F5344CB8AC3E}">
        <p14:creationId xmlns:p14="http://schemas.microsoft.com/office/powerpoint/2010/main" val="401196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92718-D208-03F3-AE9F-448559377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CDDC1-AA14-FE8D-40B4-862C45E3E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930"/>
          </a:xfrm>
        </p:spPr>
        <p:txBody>
          <a:bodyPr/>
          <a:lstStyle/>
          <a:p>
            <a:r>
              <a:rPr lang="en-US" dirty="0"/>
              <a:t>User Stories (Continued):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0B4CC-29E9-3532-7DBF-324EAA626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03967"/>
            <a:ext cx="5208151" cy="480131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7. As someone who enjoys progressing to beat a boss, I want a way to see my progress reach a goal so that I can challenge a boss </a:t>
            </a:r>
          </a:p>
          <a:p>
            <a:pPr marL="0" indent="0">
              <a:buNone/>
            </a:pPr>
            <a:r>
              <a:rPr lang="en-US" sz="18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Acceptance Criteria: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User can fight a boss at the end of a raid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User will be able to see if boss can be challenged 	based on stats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User can choose a reward after each boss beaten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User can choose to see or skip the battle 	animation and outcome </a:t>
            </a:r>
          </a:p>
          <a:p>
            <a:pPr marL="0" indent="0">
              <a:buNone/>
            </a:pPr>
            <a:r>
              <a:rPr lang="en-US" sz="18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Tasks: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Have a boss as a battle at the end of a raid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The boss should be able to be challenged if the 	character reached the required stats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Cap the character reward to not be too powerful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Create a reward list to choose between after 	defeating the boss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e. Show a battle animation and outcome but let the 	user have the choice to skip it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F93EC-F1CC-3D8C-00EA-058ED32B3B00}"/>
              </a:ext>
            </a:extLst>
          </p:cNvPr>
          <p:cNvSpPr txBox="1"/>
          <p:nvPr/>
        </p:nvSpPr>
        <p:spPr>
          <a:xfrm>
            <a:off x="6096000" y="1603967"/>
            <a:ext cx="574716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8. As someone who enjoys earning rewards through effort, I want to unlock and equip gear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so that I can feel my progress making my character stronger </a:t>
            </a:r>
          </a:p>
          <a:p>
            <a:r>
              <a:rPr lang="en-US" sz="16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Acceptance Criteria: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User can unlock gear by meeting specific 	goals 	or milestones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User can equip or change gear once 	unlocked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User can view achievements related to 	unlocking gear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Equipping gear should increase character 	stats </a:t>
            </a:r>
          </a:p>
          <a:p>
            <a:r>
              <a:rPr lang="en-US" sz="16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Tasks: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Track milestone achievements and display them 	in a side slide notification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Lock gear until the required stats or goals are 	met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Create a wardrobe where new items appear 	once unlocked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Implement stat boosts when gear is equipped</a:t>
            </a:r>
            <a:endParaRPr lang="en-US" sz="1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051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5BCF0-95C0-5862-846C-392CD738A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E129-2676-0B8C-C8EC-4E40BCD3C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930"/>
          </a:xfrm>
        </p:spPr>
        <p:txBody>
          <a:bodyPr/>
          <a:lstStyle/>
          <a:p>
            <a:r>
              <a:rPr lang="en-US" dirty="0"/>
              <a:t>User Stories (Continued):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6B4C2-E452-38AB-A344-7C85A85CB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48800"/>
            <a:ext cx="5140823" cy="480131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9. As someone who wants an easier way to track workouts, I want to use my heart rate sensor so that my workouts log automatically without extra effort </a:t>
            </a:r>
          </a:p>
          <a:p>
            <a:pPr marL="0" indent="0">
              <a:buNone/>
            </a:pPr>
            <a:r>
              <a:rPr lang="en-US" sz="18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Acceptance Criteria: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User can connect a smartwatch or other 	</a:t>
            </a:r>
            <a:r>
              <a:rPr lang="en-US" sz="1800" dirty="0" err="1">
                <a:latin typeface="Century Gothic" panose="020B0502020202020204" pitchFamily="34" charset="0"/>
                <a:cs typeface="Times New Roman" panose="02020603050405020304" pitchFamily="18" charset="0"/>
              </a:rPr>
              <a:t>bluetooth</a:t>
            </a: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 heart rate device.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App can read and retrieve heart rate data 	during workouts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Heart rate data is automatically logged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System prevents fake workout entries </a:t>
            </a:r>
          </a:p>
          <a:p>
            <a:pPr marL="0" indent="0">
              <a:buNone/>
            </a:pPr>
            <a:r>
              <a:rPr lang="en-US" sz="18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Tasks: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Implement Bluetooth connection to heart rate 	sensors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Retrieve and process heart rate data in real-	time during workouts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Auto log heart rate as workouts progress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Disable manual logging when auto logging is 	active to prevent fake entries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F97093-7B7E-E240-97C5-301E64363DCE}"/>
              </a:ext>
            </a:extLst>
          </p:cNvPr>
          <p:cNvSpPr txBox="1"/>
          <p:nvPr/>
        </p:nvSpPr>
        <p:spPr>
          <a:xfrm>
            <a:off x="5786933" y="1348800"/>
            <a:ext cx="60261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10. As someone who wants to track my leg workouts, I want to log squats so that I can see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my character get stronger and recover energy faster </a:t>
            </a:r>
          </a:p>
          <a:p>
            <a:r>
              <a:rPr lang="en-US" sz="16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Acceptance Criteria: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User can select “legs” and then “squats” to 	log the 	workout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Logging squats increases the leg strength 	stat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Character plays a squat animation when the 	workout is logged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Leg strength stat visually updates on the 	character (strength/armor appearance) </a:t>
            </a:r>
          </a:p>
          <a:p>
            <a:r>
              <a:rPr lang="en-US" sz="16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Tasks: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Create a menu to log squats under the “legs” 	workout category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Update leg strength stat and energy recovery 	rate when squats are logged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Animate the character performing squats upon 	logging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Add visual indicators (strength or armor) to reflect 	increased leg stats</a:t>
            </a:r>
          </a:p>
        </p:txBody>
      </p:sp>
    </p:spTree>
    <p:extLst>
      <p:ext uri="{BB962C8B-B14F-4D97-AF65-F5344CB8AC3E}">
        <p14:creationId xmlns:p14="http://schemas.microsoft.com/office/powerpoint/2010/main" val="164716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553B-BF99-A1B5-E592-72B4D4EFF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C10E-EA50-A900-9F49-46CA7B7AD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930"/>
          </a:xfrm>
        </p:spPr>
        <p:txBody>
          <a:bodyPr/>
          <a:lstStyle/>
          <a:p>
            <a:r>
              <a:rPr lang="en-US" dirty="0"/>
              <a:t>User Stories (Continued):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982E6-66C6-85B1-3E7A-03CF9425F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20" y="1171762"/>
            <a:ext cx="5600596" cy="5439104"/>
          </a:xfrm>
        </p:spPr>
        <p:txBody>
          <a:bodyPr>
            <a:normAutofit fontScale="92500" lnSpcReduction="20000"/>
          </a:bodyPr>
          <a:lstStyle/>
          <a:p>
            <a:pPr marL="0" indent="0" defTabSz="914400">
              <a:spcAft>
                <a:spcPts val="600"/>
              </a:spcAft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11. As someone who forgets to stay hydrated, I want water reminders during my workout so that I can maintain my performance and health </a:t>
            </a:r>
          </a:p>
          <a:p>
            <a:pPr marL="0" indent="0" defTabSz="914400">
              <a:spcAft>
                <a:spcPts val="600"/>
              </a:spcAft>
              <a:buNone/>
            </a:pPr>
            <a:r>
              <a:rPr lang="en-US" sz="14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Acceptance Criteria: </a:t>
            </a:r>
          </a:p>
          <a:p>
            <a:pPr marL="0" indent="0" defTabSz="914400">
              <a:spcAft>
                <a:spcPts val="600"/>
              </a:spcAft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User can enable or disable water reminders </a:t>
            </a:r>
          </a:p>
          <a:p>
            <a:pPr marL="0" indent="0" defTabSz="914400">
              <a:spcAft>
                <a:spcPts val="600"/>
              </a:spcAft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User can set custom interval timers for reminders </a:t>
            </a:r>
          </a:p>
          <a:p>
            <a:pPr marL="0" indent="0" defTabSz="914400">
              <a:spcAft>
                <a:spcPts val="600"/>
              </a:spcAft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Notifications alert the user to drink water during 	sessions </a:t>
            </a:r>
          </a:p>
          <a:p>
            <a:pPr marL="0" indent="0" defTabSz="914400">
              <a:spcAft>
                <a:spcPts val="600"/>
              </a:spcAft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User can mute reminders or pause them with a “Break” 	option </a:t>
            </a:r>
          </a:p>
          <a:p>
            <a:pPr marL="0" indent="0" defTabSz="914400">
              <a:spcAft>
                <a:spcPts val="600"/>
              </a:spcAft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e. User can confirm water intake or skip the reminder </a:t>
            </a:r>
          </a:p>
          <a:p>
            <a:pPr marL="0" indent="0" defTabSz="914400">
              <a:spcAft>
                <a:spcPts val="600"/>
              </a:spcAft>
              <a:buNone/>
            </a:pPr>
            <a:r>
              <a:rPr lang="en-US" sz="14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Tasks: </a:t>
            </a:r>
          </a:p>
          <a:p>
            <a:pPr marL="0" indent="0" defTabSz="914400">
              <a:spcAft>
                <a:spcPts val="600"/>
              </a:spcAft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Add a toggle to enable/disable water reminders </a:t>
            </a:r>
          </a:p>
          <a:p>
            <a:pPr marL="0" indent="0" defTabSz="914400">
              <a:spcAft>
                <a:spcPts val="600"/>
              </a:spcAft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Implement customizable interval timers for alerts </a:t>
            </a:r>
          </a:p>
          <a:p>
            <a:pPr marL="0" indent="0" defTabSz="914400">
              <a:spcAft>
                <a:spcPts val="600"/>
              </a:spcAft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Send notifications with customizable text during 	workouts </a:t>
            </a:r>
          </a:p>
          <a:p>
            <a:pPr marL="0" indent="0" defTabSz="914400">
              <a:spcAft>
                <a:spcPts val="600"/>
              </a:spcAft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Create a “break” button to pause notifications until 	the user returns </a:t>
            </a:r>
          </a:p>
          <a:p>
            <a:pPr marL="0" indent="0" defTabSz="914400">
              <a:spcAft>
                <a:spcPts val="600"/>
              </a:spcAft>
              <a:buNone/>
            </a:pPr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e. Provide options to confirm “intake” or “skip” for each 	alert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EE100-F0F7-9F1D-F731-81FAF21E5113}"/>
              </a:ext>
            </a:extLst>
          </p:cNvPr>
          <p:cNvSpPr txBox="1"/>
          <p:nvPr/>
        </p:nvSpPr>
        <p:spPr>
          <a:xfrm>
            <a:off x="5881815" y="1166648"/>
            <a:ext cx="582003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12. As someone who likes personalizing my character, I want to unlock customization </a:t>
            </a:r>
          </a:p>
          <a:p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options so that I can change my character’s appearance as I progress </a:t>
            </a:r>
          </a:p>
          <a:p>
            <a:r>
              <a:rPr lang="en-US" sz="14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Acceptance Criteria: </a:t>
            </a:r>
          </a:p>
          <a:p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User unlocks character customization at level 10 </a:t>
            </a:r>
          </a:p>
          <a:p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User can apply new outfits or looks once unlocked </a:t>
            </a:r>
          </a:p>
          <a:p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New styles unlock at specific milestones </a:t>
            </a:r>
          </a:p>
          <a:p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Custom appearances can be saved to the profile </a:t>
            </a:r>
          </a:p>
          <a:p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e. Some items remain locked until earned </a:t>
            </a:r>
          </a:p>
          <a:p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f. Character model updates immediately when 	customization is applied </a:t>
            </a:r>
          </a:p>
          <a:p>
            <a:r>
              <a:rPr lang="en-US" sz="14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Tasks: </a:t>
            </a:r>
          </a:p>
          <a:p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Enable outfit customization when the user reaches level 	10 </a:t>
            </a:r>
          </a:p>
          <a:p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Create a menu to apply and change character 	appearances </a:t>
            </a:r>
          </a:p>
          <a:p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Unlock additional styles at milestone levels </a:t>
            </a:r>
          </a:p>
          <a:p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Save and load custom appearances for the character 	profile </a:t>
            </a:r>
          </a:p>
          <a:p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e. Lock certain gear or styles until requirements are met </a:t>
            </a:r>
          </a:p>
          <a:p>
            <a:r>
              <a:rPr lang="en-US" sz="14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f. Update the character model dynamically when changes 	are applied</a:t>
            </a:r>
          </a:p>
        </p:txBody>
      </p:sp>
    </p:spTree>
    <p:extLst>
      <p:ext uri="{BB962C8B-B14F-4D97-AF65-F5344CB8AC3E}">
        <p14:creationId xmlns:p14="http://schemas.microsoft.com/office/powerpoint/2010/main" val="229215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60FC0-2127-EB46-D3FF-BBBE0E0F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0A23-7EB1-2D5A-B699-879AA7EC1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930"/>
          </a:xfrm>
        </p:spPr>
        <p:txBody>
          <a:bodyPr/>
          <a:lstStyle/>
          <a:p>
            <a:r>
              <a:rPr lang="en-US" dirty="0"/>
              <a:t>User Stories (Continued):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A32AE-D583-CA6B-068C-E3ACFA2FB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689" y="1166648"/>
            <a:ext cx="5208151" cy="48013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13. As someone who wants to improve my back strength, I want to log pull-ups so that I can see my character grow stronger with each workout </a:t>
            </a:r>
          </a:p>
          <a:p>
            <a:pPr marL="0" indent="0">
              <a:buNone/>
            </a:pPr>
            <a:r>
              <a:rPr lang="en-US" sz="18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Acceptance Criteria: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User can select “back” and then “pull ups” to log 	the workout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Logging pull ups increases the back strength stat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Character performs a pull up animation when the 	workout is logged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Back strength stat updates visually on the 	character </a:t>
            </a:r>
          </a:p>
          <a:p>
            <a:pPr marL="0" indent="0">
              <a:buNone/>
            </a:pPr>
            <a:r>
              <a:rPr lang="en-US" sz="18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Tasks: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Add a menu option under “back” workouts to log 	pull-ups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Update the back strength stat when pull ups are 	recorded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Play the correct pull up animation on the 	character upon logging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Ensure the character model reflects increased 	back strength after workouts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2131A-9277-8018-2D31-7DAD56CF43A0}"/>
              </a:ext>
            </a:extLst>
          </p:cNvPr>
          <p:cNvSpPr txBox="1"/>
          <p:nvPr/>
        </p:nvSpPr>
        <p:spPr>
          <a:xfrm>
            <a:off x="5854262" y="1166648"/>
            <a:ext cx="607315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14. As someone who likes to track my progress, I want to see a weekly activity summary so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that I can review my workouts, hydration, and boss fights in one place </a:t>
            </a:r>
          </a:p>
          <a:p>
            <a:r>
              <a:rPr lang="en-US" sz="16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Acceptance Criteria: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User can tap “my week” to view a weekly 	summary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Weekly logs display all workouts, water intake, and 	boss fights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Stats are color coded by day for easy tracking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Each day shows accurate and detailed data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e. Daily entries are interactive for more information </a:t>
            </a:r>
          </a:p>
          <a:p>
            <a:r>
              <a:rPr lang="en-US" sz="1600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Tasks: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Create a “my week” section to display weekly 	activity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Generate and update weekly logs automatically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Apply color coding to differentiate stats for each 	day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Ensure daily entries display precise workout, 	water, and boss fight data </a:t>
            </a:r>
          </a:p>
          <a:p>
            <a:r>
              <a:rPr lang="en-US" sz="1600" dirty="0">
                <a:latin typeface="Century Gothic" panose="020B0502020202020204" pitchFamily="34" charset="0"/>
                <a:cs typeface="Times New Roman" panose="02020603050405020304" pitchFamily="18" charset="0"/>
              </a:rPr>
              <a:t>	e. Make daily entries interactive, allowing users to tap 	for more details</a:t>
            </a:r>
          </a:p>
        </p:txBody>
      </p:sp>
    </p:spTree>
    <p:extLst>
      <p:ext uri="{BB962C8B-B14F-4D97-AF65-F5344CB8AC3E}">
        <p14:creationId xmlns:p14="http://schemas.microsoft.com/office/powerpoint/2010/main" val="303976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D598A-E20A-9EF3-B9ED-C62CE93E9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EF8EE-DE82-DF98-66F3-8B727AF97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0480" y="315985"/>
            <a:ext cx="9404723" cy="713930"/>
          </a:xfrm>
        </p:spPr>
        <p:txBody>
          <a:bodyPr/>
          <a:lstStyle/>
          <a:p>
            <a:r>
              <a:rPr lang="en-US" dirty="0"/>
              <a:t>User Stories (end):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313EF-1F9D-7C19-7CBD-06CD55720D64}"/>
              </a:ext>
            </a:extLst>
          </p:cNvPr>
          <p:cNvSpPr txBox="1"/>
          <p:nvPr/>
        </p:nvSpPr>
        <p:spPr>
          <a:xfrm>
            <a:off x="774077" y="1326969"/>
            <a:ext cx="1064384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15. As someone who might miss workouts, I want a rest mode to appear after missing several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days so that I can visually see my character resting and feel motivated to return </a:t>
            </a:r>
          </a:p>
          <a:p>
            <a:r>
              <a:rPr lang="en-US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Acceptance Criteria: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Rest mode activates and is visually shown if the user skips 3 or more consecutive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days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An XP progress bar pauses while rest mode is active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App sends a “Come back!” notification to encourage returning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Streak resets after 3 missed days, but rest mode remains visible until activity resumes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e. Character displays a clear resting animation or scene during rest mode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f. Rest mode screen provides an option to resume workouts and restart the streak </a:t>
            </a:r>
          </a:p>
          <a:p>
            <a:r>
              <a:rPr lang="en-US" b="1" u="sng" dirty="0">
                <a:latin typeface="Century Gothic" panose="020B0502020202020204" pitchFamily="34" charset="0"/>
                <a:cs typeface="Times New Roman" panose="02020603050405020304" pitchFamily="18" charset="0"/>
              </a:rPr>
              <a:t>Tasks: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a. Implement a rest mode screen that appears when the streak is broken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b. Pause XP progression and display a visual indicator (dimmed screen, sleeping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character, etc.)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c. Send motivational “Come back!” notifications at set intervals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d. Reset the streak counter after 3 missed days while keeping rest mode active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e. Animate the character in resting state until the user logs a new workout </a:t>
            </a:r>
          </a:p>
          <a:p>
            <a:r>
              <a:rPr lang="en-US" dirty="0">
                <a:latin typeface="Century Gothic" panose="020B0502020202020204" pitchFamily="34" charset="0"/>
                <a:cs typeface="Times New Roman" panose="02020603050405020304" pitchFamily="18" charset="0"/>
              </a:rPr>
              <a:t>	f. Add a “resume workout” or similar button to exit rest mode and restart progress</a:t>
            </a:r>
          </a:p>
        </p:txBody>
      </p:sp>
    </p:spTree>
    <p:extLst>
      <p:ext uri="{BB962C8B-B14F-4D97-AF65-F5344CB8AC3E}">
        <p14:creationId xmlns:p14="http://schemas.microsoft.com/office/powerpoint/2010/main" val="43315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44861E4-2C5E-EB9B-4F59-CE9B16E54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174309-249E-E74C-B808-A8A136008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0"/>
            <a:ext cx="24384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3833FB-72FE-D20D-4F05-CD0E2CA61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08" y="0"/>
            <a:ext cx="10964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38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A30FEB-408B-90A0-7160-5AA82425E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8904" y="-458100"/>
            <a:ext cx="2598391" cy="74850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7D38F2-0323-578F-F20C-BDD327D18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822" y="0"/>
            <a:ext cx="8204356" cy="7026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6D04AA-880B-7697-B1BE-BF3AAE567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9313" y="-129209"/>
            <a:ext cx="2355574" cy="715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67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93A064-ECE9-1E05-348F-086D722D4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0668" y="-327552"/>
            <a:ext cx="3115670" cy="75131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B4D8BF-B16A-2DF1-590E-CEBBABB40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8000" y="-268357"/>
            <a:ext cx="3115670" cy="78187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E6A735-2AED-7655-1129-46A6CD9BE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333" y="-149087"/>
            <a:ext cx="7840169" cy="51186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FD57F7-324F-2DBF-8B62-C6D70D946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69565"/>
            <a:ext cx="12192000" cy="188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3075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481</TotalTime>
  <Words>2759</Words>
  <Application>Microsoft Office PowerPoint</Application>
  <PresentationFormat>Widescreen</PresentationFormat>
  <Paragraphs>261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Abadi</vt:lpstr>
      <vt:lpstr>Aptos</vt:lpstr>
      <vt:lpstr>Arial</vt:lpstr>
      <vt:lpstr>Century Gothic</vt:lpstr>
      <vt:lpstr>Vapor Trail</vt:lpstr>
      <vt:lpstr>Team Run Group Members- 1. Daniel Herrera 2. Carlos Martinez 3. Anthony Jimenez 4. Harut Kulakchian 5. Osbaldo Bravo</vt:lpstr>
      <vt:lpstr>Project Summary</vt:lpstr>
      <vt:lpstr>System Roles</vt:lpstr>
      <vt:lpstr>Process Flow Chart</vt:lpstr>
      <vt:lpstr>Accessibility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User Stories: (examples)</vt:lpstr>
      <vt:lpstr>User Stories (Continued):</vt:lpstr>
      <vt:lpstr>User Stories (Continued):</vt:lpstr>
      <vt:lpstr>User Stories (Continued):</vt:lpstr>
      <vt:lpstr>User Stories (Continued):</vt:lpstr>
      <vt:lpstr>User Stories (Continued):</vt:lpstr>
      <vt:lpstr>User Stories (Continued):</vt:lpstr>
      <vt:lpstr>User Stories (end):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Lozada, Julian  Jueco</dc:creator>
  <cp:lastModifiedBy>Osbaldo Bravo</cp:lastModifiedBy>
  <cp:revision>13</cp:revision>
  <dcterms:created xsi:type="dcterms:W3CDTF">2025-07-28T16:10:58Z</dcterms:created>
  <dcterms:modified xsi:type="dcterms:W3CDTF">2026-02-27T05:37:16Z</dcterms:modified>
</cp:coreProperties>
</file>